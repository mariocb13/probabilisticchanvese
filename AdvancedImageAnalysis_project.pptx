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8"/>
  </p:sldMasterIdLst>
  <p:notesMasterIdLst>
    <p:notesMasterId r:id="rId26"/>
  </p:notesMasterIdLst>
  <p:handoutMasterIdLst>
    <p:handoutMasterId r:id="rId27"/>
  </p:handoutMasterIdLst>
  <p:sldIdLst>
    <p:sldId id="257" r:id="rId19"/>
    <p:sldId id="261" r:id="rId20"/>
    <p:sldId id="263" r:id="rId21"/>
    <p:sldId id="264" r:id="rId22"/>
    <p:sldId id="265" r:id="rId23"/>
    <p:sldId id="266" r:id="rId24"/>
    <p:sldId id="267" r:id="rId25"/>
  </p:sldIdLst>
  <p:sldSz cx="12190413" cy="6858000"/>
  <p:notesSz cx="6858000" cy="9144000"/>
  <p:custDataLst>
    <p:tags r:id="rId28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78CA5A-2DFA-4496-8620-0D016D96B5C4}" v="291" dt="2021-05-05T09:47:06.006"/>
    <p1510:client id="{DA6EE8F8-28E3-4C6F-A66A-E547352CD532}" v="80" dt="2021-05-04T12:16:34.9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4121" autoAdjust="0"/>
  </p:normalViewPr>
  <p:slideViewPr>
    <p:cSldViewPr showGuides="1">
      <p:cViewPr>
        <p:scale>
          <a:sx n="60" d="100"/>
          <a:sy n="60" d="100"/>
        </p:scale>
        <p:origin x="1459" y="12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Master" Target="slideMasters/slideMaster1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3.xml"/><Relationship Id="rId34" Type="http://schemas.microsoft.com/office/2015/10/relationships/revisionInfo" Target="revisionInfo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7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slide" Target="slides/slide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6.xml"/><Relationship Id="rId32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5.xml"/><Relationship Id="rId28" Type="http://schemas.openxmlformats.org/officeDocument/2006/relationships/tags" Target="tags/tag1.xml"/><Relationship Id="rId10" Type="http://schemas.openxmlformats.org/officeDocument/2006/relationships/customXml" Target="../customXml/item10.xml"/><Relationship Id="rId19" Type="http://schemas.openxmlformats.org/officeDocument/2006/relationships/slide" Target="slides/slide1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4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customXml" Target="../customXml/item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Corral Bolaños" userId="99b5ed03-1d2e-46c7-b822-e698cc024038" providerId="ADAL" clId="{C378CA5A-2DFA-4496-8620-0D016D96B5C4}"/>
    <pc:docChg chg="undo custSel addSld delSld modSld">
      <pc:chgData name="Mario Corral Bolaños" userId="99b5ed03-1d2e-46c7-b822-e698cc024038" providerId="ADAL" clId="{C378CA5A-2DFA-4496-8620-0D016D96B5C4}" dt="2021-05-05T09:49:25.910" v="3215" actId="1076"/>
      <pc:docMkLst>
        <pc:docMk/>
      </pc:docMkLst>
      <pc:sldChg chg="modSp">
        <pc:chgData name="Mario Corral Bolaños" userId="99b5ed03-1d2e-46c7-b822-e698cc024038" providerId="ADAL" clId="{C378CA5A-2DFA-4496-8620-0D016D96B5C4}" dt="2021-05-04T13:55:07.129" v="1640" actId="1076"/>
        <pc:sldMkLst>
          <pc:docMk/>
          <pc:sldMk cId="1796381250" sldId="257"/>
        </pc:sldMkLst>
        <pc:spChg chg="mod">
          <ac:chgData name="Mario Corral Bolaños" userId="99b5ed03-1d2e-46c7-b822-e698cc024038" providerId="ADAL" clId="{C378CA5A-2DFA-4496-8620-0D016D96B5C4}" dt="2021-05-04T13:55:07.129" v="1640" actId="1076"/>
          <ac:spMkLst>
            <pc:docMk/>
            <pc:sldMk cId="1796381250" sldId="257"/>
            <ac:spMk id="7" creationId="{8E76992A-85A9-4D84-BBF3-69B81EF28812}"/>
          </ac:spMkLst>
        </pc:spChg>
        <pc:picChg chg="mod">
          <ac:chgData name="Mario Corral Bolaños" userId="99b5ed03-1d2e-46c7-b822-e698cc024038" providerId="ADAL" clId="{C378CA5A-2DFA-4496-8620-0D016D96B5C4}" dt="2021-05-04T13:55:03.221" v="1639" actId="14100"/>
          <ac:picMkLst>
            <pc:docMk/>
            <pc:sldMk cId="1796381250" sldId="257"/>
            <ac:picMk id="3" creationId="{ED716F40-C86F-44E8-8EC6-5FBEAB43E307}"/>
          </ac:picMkLst>
        </pc:picChg>
      </pc:sldChg>
      <pc:sldChg chg="addSp delSp modSp mod modNotesTx">
        <pc:chgData name="Mario Corral Bolaños" userId="99b5ed03-1d2e-46c7-b822-e698cc024038" providerId="ADAL" clId="{C378CA5A-2DFA-4496-8620-0D016D96B5C4}" dt="2021-05-04T13:49:02.975" v="1635" actId="1037"/>
        <pc:sldMkLst>
          <pc:docMk/>
          <pc:sldMk cId="1235931404" sldId="261"/>
        </pc:sldMkLst>
        <pc:spChg chg="mod">
          <ac:chgData name="Mario Corral Bolaños" userId="99b5ed03-1d2e-46c7-b822-e698cc024038" providerId="ADAL" clId="{C378CA5A-2DFA-4496-8620-0D016D96B5C4}" dt="2021-05-04T12:23:38.458" v="27" actId="1076"/>
          <ac:spMkLst>
            <pc:docMk/>
            <pc:sldMk cId="1235931404" sldId="261"/>
            <ac:spMk id="5" creationId="{43AB9D89-4678-4B3C-8679-3E429EFBB2DD}"/>
          </ac:spMkLst>
        </pc:spChg>
        <pc:spChg chg="mod">
          <ac:chgData name="Mario Corral Bolaños" userId="99b5ed03-1d2e-46c7-b822-e698cc024038" providerId="ADAL" clId="{C378CA5A-2DFA-4496-8620-0D016D96B5C4}" dt="2021-05-04T13:47:20.263" v="1523" actId="1036"/>
          <ac:spMkLst>
            <pc:docMk/>
            <pc:sldMk cId="1235931404" sldId="261"/>
            <ac:spMk id="6" creationId="{5A5890CD-8F90-4FE7-841F-F7B0C2865BA2}"/>
          </ac:spMkLst>
        </pc:spChg>
        <pc:spChg chg="add mod">
          <ac:chgData name="Mario Corral Bolaños" userId="99b5ed03-1d2e-46c7-b822-e698cc024038" providerId="ADAL" clId="{C378CA5A-2DFA-4496-8620-0D016D96B5C4}" dt="2021-05-04T12:40:39.620" v="788" actId="1076"/>
          <ac:spMkLst>
            <pc:docMk/>
            <pc:sldMk cId="1235931404" sldId="261"/>
            <ac:spMk id="11" creationId="{50706E54-F4F3-4EE9-BC08-BE17B6524A69}"/>
          </ac:spMkLst>
        </pc:spChg>
        <pc:spChg chg="add del mod">
          <ac:chgData name="Mario Corral Bolaños" userId="99b5ed03-1d2e-46c7-b822-e698cc024038" providerId="ADAL" clId="{C378CA5A-2DFA-4496-8620-0D016D96B5C4}" dt="2021-05-04T12:47:24.573" v="1444"/>
          <ac:spMkLst>
            <pc:docMk/>
            <pc:sldMk cId="1235931404" sldId="261"/>
            <ac:spMk id="12" creationId="{F6B8735B-9BF1-424E-8BE4-9D8973B84EAC}"/>
          </ac:spMkLst>
        </pc:spChg>
        <pc:spChg chg="add del mod">
          <ac:chgData name="Mario Corral Bolaños" userId="99b5ed03-1d2e-46c7-b822-e698cc024038" providerId="ADAL" clId="{C378CA5A-2DFA-4496-8620-0D016D96B5C4}" dt="2021-05-04T12:47:24.569" v="1442" actId="478"/>
          <ac:spMkLst>
            <pc:docMk/>
            <pc:sldMk cId="1235931404" sldId="261"/>
            <ac:spMk id="13" creationId="{071A5F7A-993F-48B2-AF57-1D30DD8692E9}"/>
          </ac:spMkLst>
        </pc:spChg>
        <pc:spChg chg="add del">
          <ac:chgData name="Mario Corral Bolaños" userId="99b5ed03-1d2e-46c7-b822-e698cc024038" providerId="ADAL" clId="{C378CA5A-2DFA-4496-8620-0D016D96B5C4}" dt="2021-05-04T12:47:32.407" v="1446" actId="478"/>
          <ac:spMkLst>
            <pc:docMk/>
            <pc:sldMk cId="1235931404" sldId="261"/>
            <ac:spMk id="14" creationId="{3B91B0F9-7960-4E72-B3EC-7242F39EBD43}"/>
          </ac:spMkLst>
        </pc:spChg>
        <pc:spChg chg="add mod">
          <ac:chgData name="Mario Corral Bolaños" userId="99b5ed03-1d2e-46c7-b822-e698cc024038" providerId="ADAL" clId="{C378CA5A-2DFA-4496-8620-0D016D96B5C4}" dt="2021-05-04T13:49:02.975" v="1635" actId="1037"/>
          <ac:spMkLst>
            <pc:docMk/>
            <pc:sldMk cId="1235931404" sldId="261"/>
            <ac:spMk id="15" creationId="{463D5454-F736-4076-8ABB-82ADA042DD90}"/>
          </ac:spMkLst>
        </pc:spChg>
        <pc:spChg chg="add mod">
          <ac:chgData name="Mario Corral Bolaños" userId="99b5ed03-1d2e-46c7-b822-e698cc024038" providerId="ADAL" clId="{C378CA5A-2DFA-4496-8620-0D016D96B5C4}" dt="2021-05-04T13:48:28.660" v="1537" actId="1035"/>
          <ac:spMkLst>
            <pc:docMk/>
            <pc:sldMk cId="1235931404" sldId="261"/>
            <ac:spMk id="16" creationId="{BEE8C5AD-EC58-49CB-92FB-5BAC057E5EB7}"/>
          </ac:spMkLst>
        </pc:spChg>
        <pc:grpChg chg="add mod">
          <ac:chgData name="Mario Corral Bolaños" userId="99b5ed03-1d2e-46c7-b822-e698cc024038" providerId="ADAL" clId="{C378CA5A-2DFA-4496-8620-0D016D96B5C4}" dt="2021-05-04T12:41:02.169" v="791" actId="1076"/>
          <ac:grpSpMkLst>
            <pc:docMk/>
            <pc:sldMk cId="1235931404" sldId="261"/>
            <ac:grpSpMk id="9" creationId="{FC639D92-5BD9-48D7-9EAE-D1A918CBFF55}"/>
          </ac:grpSpMkLst>
        </pc:grpChg>
        <pc:picChg chg="add mod">
          <ac:chgData name="Mario Corral Bolaños" userId="99b5ed03-1d2e-46c7-b822-e698cc024038" providerId="ADAL" clId="{C378CA5A-2DFA-4496-8620-0D016D96B5C4}" dt="2021-05-04T13:47:24.776" v="1526" actId="1038"/>
          <ac:picMkLst>
            <pc:docMk/>
            <pc:sldMk cId="1235931404" sldId="261"/>
            <ac:picMk id="3" creationId="{EACEC85D-034E-4F89-A4D1-9156B0458D31}"/>
          </ac:picMkLst>
        </pc:picChg>
        <pc:picChg chg="add mod">
          <ac:chgData name="Mario Corral Bolaños" userId="99b5ed03-1d2e-46c7-b822-e698cc024038" providerId="ADAL" clId="{C378CA5A-2DFA-4496-8620-0D016D96B5C4}" dt="2021-05-04T13:47:27.144" v="1528" actId="1037"/>
          <ac:picMkLst>
            <pc:docMk/>
            <pc:sldMk cId="1235931404" sldId="261"/>
            <ac:picMk id="8" creationId="{C8283E25-FF44-434D-8863-9DAC7B948D8C}"/>
          </ac:picMkLst>
        </pc:picChg>
        <pc:cxnChg chg="add del">
          <ac:chgData name="Mario Corral Bolaños" userId="99b5ed03-1d2e-46c7-b822-e698cc024038" providerId="ADAL" clId="{C378CA5A-2DFA-4496-8620-0D016D96B5C4}" dt="2021-05-04T13:48:02.763" v="1530" actId="478"/>
          <ac:cxnSpMkLst>
            <pc:docMk/>
            <pc:sldMk cId="1235931404" sldId="261"/>
            <ac:cxnSpMk id="18" creationId="{D98A1A94-65DF-460C-81B1-70D8048B0FE8}"/>
          </ac:cxnSpMkLst>
        </pc:cxnChg>
        <pc:cxnChg chg="add mod">
          <ac:chgData name="Mario Corral Bolaños" userId="99b5ed03-1d2e-46c7-b822-e698cc024038" providerId="ADAL" clId="{C378CA5A-2DFA-4496-8620-0D016D96B5C4}" dt="2021-05-04T13:49:00.802" v="1633" actId="1037"/>
          <ac:cxnSpMkLst>
            <pc:docMk/>
            <pc:sldMk cId="1235931404" sldId="261"/>
            <ac:cxnSpMk id="20" creationId="{135E076F-2AAF-465E-BA61-E25E736D343D}"/>
          </ac:cxnSpMkLst>
        </pc:cxnChg>
        <pc:cxnChg chg="add mod">
          <ac:chgData name="Mario Corral Bolaños" userId="99b5ed03-1d2e-46c7-b822-e698cc024038" providerId="ADAL" clId="{C378CA5A-2DFA-4496-8620-0D016D96B5C4}" dt="2021-05-04T13:48:57.696" v="1631" actId="1037"/>
          <ac:cxnSpMkLst>
            <pc:docMk/>
            <pc:sldMk cId="1235931404" sldId="261"/>
            <ac:cxnSpMk id="21" creationId="{8EE5FA2E-81CD-4F57-8033-7F50109ADB41}"/>
          </ac:cxnSpMkLst>
        </pc:cxnChg>
      </pc:sldChg>
      <pc:sldChg chg="del">
        <pc:chgData name="Mario Corral Bolaños" userId="99b5ed03-1d2e-46c7-b822-e698cc024038" providerId="ADAL" clId="{C378CA5A-2DFA-4496-8620-0D016D96B5C4}" dt="2021-05-04T12:42:52.322" v="860" actId="47"/>
        <pc:sldMkLst>
          <pc:docMk/>
          <pc:sldMk cId="3064698611" sldId="262"/>
        </pc:sldMkLst>
      </pc:sldChg>
      <pc:sldChg chg="addSp delSp modSp add mod modNotesTx">
        <pc:chgData name="Mario Corral Bolaños" userId="99b5ed03-1d2e-46c7-b822-e698cc024038" providerId="ADAL" clId="{C378CA5A-2DFA-4496-8620-0D016D96B5C4}" dt="2021-05-05T09:27:32.938" v="3069" actId="20577"/>
        <pc:sldMkLst>
          <pc:docMk/>
          <pc:sldMk cId="1771168907" sldId="263"/>
        </pc:sldMkLst>
        <pc:spChg chg="add del">
          <ac:chgData name="Mario Corral Bolaños" userId="99b5ed03-1d2e-46c7-b822-e698cc024038" providerId="ADAL" clId="{C378CA5A-2DFA-4496-8620-0D016D96B5C4}" dt="2021-05-04T16:05:41.930" v="2066" actId="478"/>
          <ac:spMkLst>
            <pc:docMk/>
            <pc:sldMk cId="1771168907" sldId="263"/>
            <ac:spMk id="2" creationId="{C613FE3C-D053-433C-9B4E-FFA4036C9990}"/>
          </ac:spMkLst>
        </pc:spChg>
        <pc:spChg chg="mod">
          <ac:chgData name="Mario Corral Bolaños" userId="99b5ed03-1d2e-46c7-b822-e698cc024038" providerId="ADAL" clId="{C378CA5A-2DFA-4496-8620-0D016D96B5C4}" dt="2021-05-04T12:42:43.520" v="851" actId="20577"/>
          <ac:spMkLst>
            <pc:docMk/>
            <pc:sldMk cId="1771168907" sldId="263"/>
            <ac:spMk id="5" creationId="{43AB9D89-4678-4B3C-8679-3E429EFBB2DD}"/>
          </ac:spMkLst>
        </pc:spChg>
        <pc:spChg chg="mod">
          <ac:chgData name="Mario Corral Bolaños" userId="99b5ed03-1d2e-46c7-b822-e698cc024038" providerId="ADAL" clId="{C378CA5A-2DFA-4496-8620-0D016D96B5C4}" dt="2021-05-05T09:27:32.938" v="3069" actId="20577"/>
          <ac:spMkLst>
            <pc:docMk/>
            <pc:sldMk cId="1771168907" sldId="263"/>
            <ac:spMk id="6" creationId="{5A5890CD-8F90-4FE7-841F-F7B0C2865BA2}"/>
          </ac:spMkLst>
        </pc:spChg>
        <pc:spChg chg="del">
          <ac:chgData name="Mario Corral Bolaños" userId="99b5ed03-1d2e-46c7-b822-e698cc024038" providerId="ADAL" clId="{C378CA5A-2DFA-4496-8620-0D016D96B5C4}" dt="2021-05-04T12:44:02.424" v="946" actId="478"/>
          <ac:spMkLst>
            <pc:docMk/>
            <pc:sldMk cId="1771168907" sldId="263"/>
            <ac:spMk id="11" creationId="{50706E54-F4F3-4EE9-BC08-BE17B6524A69}"/>
          </ac:spMkLst>
        </pc:spChg>
        <pc:grpChg chg="del">
          <ac:chgData name="Mario Corral Bolaños" userId="99b5ed03-1d2e-46c7-b822-e698cc024038" providerId="ADAL" clId="{C378CA5A-2DFA-4496-8620-0D016D96B5C4}" dt="2021-05-04T12:43:59.719" v="945" actId="478"/>
          <ac:grpSpMkLst>
            <pc:docMk/>
            <pc:sldMk cId="1771168907" sldId="263"/>
            <ac:grpSpMk id="9" creationId="{FC639D92-5BD9-48D7-9EAE-D1A918CBFF55}"/>
          </ac:grpSpMkLst>
        </pc:grpChg>
        <pc:picChg chg="add mod modCrop">
          <ac:chgData name="Mario Corral Bolaños" userId="99b5ed03-1d2e-46c7-b822-e698cc024038" providerId="ADAL" clId="{C378CA5A-2DFA-4496-8620-0D016D96B5C4}" dt="2021-05-05T08:00:44.236" v="2727" actId="1076"/>
          <ac:picMkLst>
            <pc:docMk/>
            <pc:sldMk cId="1771168907" sldId="263"/>
            <ac:picMk id="3" creationId="{7D108E30-5772-43BC-909B-2FC29B55C889}"/>
          </ac:picMkLst>
        </pc:picChg>
        <pc:picChg chg="add del mod">
          <ac:chgData name="Mario Corral Bolaños" userId="99b5ed03-1d2e-46c7-b822-e698cc024038" providerId="ADAL" clId="{C378CA5A-2DFA-4496-8620-0D016D96B5C4}" dt="2021-05-04T16:30:17.339" v="2285" actId="21"/>
          <ac:picMkLst>
            <pc:docMk/>
            <pc:sldMk cId="1771168907" sldId="263"/>
            <ac:picMk id="10" creationId="{39DB4E13-8517-477D-8D1C-1744FDC8F6B8}"/>
          </ac:picMkLst>
        </pc:picChg>
      </pc:sldChg>
      <pc:sldChg chg="addSp delSp modSp add mod modNotesTx">
        <pc:chgData name="Mario Corral Bolaños" userId="99b5ed03-1d2e-46c7-b822-e698cc024038" providerId="ADAL" clId="{C378CA5A-2DFA-4496-8620-0D016D96B5C4}" dt="2021-05-05T07:30:26.266" v="2725" actId="1076"/>
        <pc:sldMkLst>
          <pc:docMk/>
          <pc:sldMk cId="2388886982" sldId="264"/>
        </pc:sldMkLst>
        <pc:spChg chg="add del mod">
          <ac:chgData name="Mario Corral Bolaños" userId="99b5ed03-1d2e-46c7-b822-e698cc024038" providerId="ADAL" clId="{C378CA5A-2DFA-4496-8620-0D016D96B5C4}" dt="2021-05-04T16:41:39.934" v="2357" actId="478"/>
          <ac:spMkLst>
            <pc:docMk/>
            <pc:sldMk cId="2388886982" sldId="264"/>
            <ac:spMk id="2" creationId="{4B079E1B-46F4-4134-A477-E32496188C3E}"/>
          </ac:spMkLst>
        </pc:spChg>
        <pc:spChg chg="mod">
          <ac:chgData name="Mario Corral Bolaños" userId="99b5ed03-1d2e-46c7-b822-e698cc024038" providerId="ADAL" clId="{C378CA5A-2DFA-4496-8620-0D016D96B5C4}" dt="2021-05-04T12:42:50.120" v="859" actId="20577"/>
          <ac:spMkLst>
            <pc:docMk/>
            <pc:sldMk cId="2388886982" sldId="264"/>
            <ac:spMk id="5" creationId="{43AB9D89-4678-4B3C-8679-3E429EFBB2DD}"/>
          </ac:spMkLst>
        </pc:spChg>
        <pc:spChg chg="mod">
          <ac:chgData name="Mario Corral Bolaños" userId="99b5ed03-1d2e-46c7-b822-e698cc024038" providerId="ADAL" clId="{C378CA5A-2DFA-4496-8620-0D016D96B5C4}" dt="2021-05-04T16:44:50.856" v="2411" actId="1076"/>
          <ac:spMkLst>
            <pc:docMk/>
            <pc:sldMk cId="2388886982" sldId="264"/>
            <ac:spMk id="6" creationId="{5A5890CD-8F90-4FE7-841F-F7B0C2865BA2}"/>
          </ac:spMkLst>
        </pc:spChg>
        <pc:spChg chg="add del mod">
          <ac:chgData name="Mario Corral Bolaños" userId="99b5ed03-1d2e-46c7-b822-e698cc024038" providerId="ADAL" clId="{C378CA5A-2DFA-4496-8620-0D016D96B5C4}" dt="2021-05-04T16:26:08.209" v="2278" actId="478"/>
          <ac:spMkLst>
            <pc:docMk/>
            <pc:sldMk cId="2388886982" sldId="264"/>
            <ac:spMk id="10" creationId="{BDD29457-95E6-4322-ABD4-E6EC95B03263}"/>
          </ac:spMkLst>
        </pc:spChg>
        <pc:spChg chg="del">
          <ac:chgData name="Mario Corral Bolaños" userId="99b5ed03-1d2e-46c7-b822-e698cc024038" providerId="ADAL" clId="{C378CA5A-2DFA-4496-8620-0D016D96B5C4}" dt="2021-05-04T12:44:14.313" v="953" actId="478"/>
          <ac:spMkLst>
            <pc:docMk/>
            <pc:sldMk cId="2388886982" sldId="264"/>
            <ac:spMk id="11" creationId="{50706E54-F4F3-4EE9-BC08-BE17B6524A69}"/>
          </ac:spMkLst>
        </pc:spChg>
        <pc:spChg chg="add del mod">
          <ac:chgData name="Mario Corral Bolaños" userId="99b5ed03-1d2e-46c7-b822-e698cc024038" providerId="ADAL" clId="{C378CA5A-2DFA-4496-8620-0D016D96B5C4}" dt="2021-05-04T16:26:09.532" v="2279" actId="478"/>
          <ac:spMkLst>
            <pc:docMk/>
            <pc:sldMk cId="2388886982" sldId="264"/>
            <ac:spMk id="12" creationId="{476579D9-99EF-4320-952D-85D57952CAC4}"/>
          </ac:spMkLst>
        </pc:spChg>
        <pc:spChg chg="add del mod">
          <ac:chgData name="Mario Corral Bolaños" userId="99b5ed03-1d2e-46c7-b822-e698cc024038" providerId="ADAL" clId="{C378CA5A-2DFA-4496-8620-0D016D96B5C4}" dt="2021-05-04T16:15:18.277" v="2175" actId="478"/>
          <ac:spMkLst>
            <pc:docMk/>
            <pc:sldMk cId="2388886982" sldId="264"/>
            <ac:spMk id="13" creationId="{8299857D-33FA-4DBC-8BC4-EAF884C5800F}"/>
          </ac:spMkLst>
        </pc:spChg>
        <pc:grpChg chg="del">
          <ac:chgData name="Mario Corral Bolaños" userId="99b5ed03-1d2e-46c7-b822-e698cc024038" providerId="ADAL" clId="{C378CA5A-2DFA-4496-8620-0D016D96B5C4}" dt="2021-05-04T12:44:05.578" v="947" actId="478"/>
          <ac:grpSpMkLst>
            <pc:docMk/>
            <pc:sldMk cId="2388886982" sldId="264"/>
            <ac:grpSpMk id="9" creationId="{FC639D92-5BD9-48D7-9EAE-D1A918CBFF55}"/>
          </ac:grpSpMkLst>
        </pc:grpChg>
        <pc:graphicFrameChg chg="add del mod modGraphic">
          <ac:chgData name="Mario Corral Bolaños" userId="99b5ed03-1d2e-46c7-b822-e698cc024038" providerId="ADAL" clId="{C378CA5A-2DFA-4496-8620-0D016D96B5C4}" dt="2021-05-04T16:42:56.959" v="2406" actId="478"/>
          <ac:graphicFrameMkLst>
            <pc:docMk/>
            <pc:sldMk cId="2388886982" sldId="264"/>
            <ac:graphicFrameMk id="7" creationId="{8DE0689D-45AD-4FA6-9BAD-2C31078ADC9C}"/>
          </ac:graphicFrameMkLst>
        </pc:graphicFrameChg>
        <pc:graphicFrameChg chg="add mod modGraphic">
          <ac:chgData name="Mario Corral Bolaños" userId="99b5ed03-1d2e-46c7-b822-e698cc024038" providerId="ADAL" clId="{C378CA5A-2DFA-4496-8620-0D016D96B5C4}" dt="2021-05-05T07:30:26.266" v="2725" actId="1076"/>
          <ac:graphicFrameMkLst>
            <pc:docMk/>
            <pc:sldMk cId="2388886982" sldId="264"/>
            <ac:graphicFrameMk id="15" creationId="{5C8D17E6-1807-41A7-9A73-BDC3B8032A09}"/>
          </ac:graphicFrameMkLst>
        </pc:graphicFrameChg>
        <pc:picChg chg="add mod">
          <ac:chgData name="Mario Corral Bolaños" userId="99b5ed03-1d2e-46c7-b822-e698cc024038" providerId="ADAL" clId="{C378CA5A-2DFA-4496-8620-0D016D96B5C4}" dt="2021-05-05T07:30:22.877" v="2724" actId="1076"/>
          <ac:picMkLst>
            <pc:docMk/>
            <pc:sldMk cId="2388886982" sldId="264"/>
            <ac:picMk id="14" creationId="{B8D26EE6-CF42-4293-B464-D6FFBAB3F930}"/>
          </ac:picMkLst>
        </pc:picChg>
      </pc:sldChg>
      <pc:sldChg chg="addSp delSp modSp add mod">
        <pc:chgData name="Mario Corral Bolaños" userId="99b5ed03-1d2e-46c7-b822-e698cc024038" providerId="ADAL" clId="{C378CA5A-2DFA-4496-8620-0D016D96B5C4}" dt="2021-05-05T09:21:42.575" v="3055" actId="20577"/>
        <pc:sldMkLst>
          <pc:docMk/>
          <pc:sldMk cId="4287953693" sldId="265"/>
        </pc:sldMkLst>
        <pc:spChg chg="mod">
          <ac:chgData name="Mario Corral Bolaños" userId="99b5ed03-1d2e-46c7-b822-e698cc024038" providerId="ADAL" clId="{C378CA5A-2DFA-4496-8620-0D016D96B5C4}" dt="2021-05-05T08:58:45.379" v="3015" actId="20577"/>
          <ac:spMkLst>
            <pc:docMk/>
            <pc:sldMk cId="4287953693" sldId="265"/>
            <ac:spMk id="5" creationId="{43AB9D89-4678-4B3C-8679-3E429EFBB2DD}"/>
          </ac:spMkLst>
        </pc:spChg>
        <pc:spChg chg="mod">
          <ac:chgData name="Mario Corral Bolaños" userId="99b5ed03-1d2e-46c7-b822-e698cc024038" providerId="ADAL" clId="{C378CA5A-2DFA-4496-8620-0D016D96B5C4}" dt="2021-05-05T08:58:42.094" v="3011" actId="21"/>
          <ac:spMkLst>
            <pc:docMk/>
            <pc:sldMk cId="4287953693" sldId="265"/>
            <ac:spMk id="6" creationId="{5A5890CD-8F90-4FE7-841F-F7B0C2865BA2}"/>
          </ac:spMkLst>
        </pc:spChg>
        <pc:grpChg chg="add mod">
          <ac:chgData name="Mario Corral Bolaños" userId="99b5ed03-1d2e-46c7-b822-e698cc024038" providerId="ADAL" clId="{C378CA5A-2DFA-4496-8620-0D016D96B5C4}" dt="2021-05-05T08:58:48.028" v="3016" actId="1076"/>
          <ac:grpSpMkLst>
            <pc:docMk/>
            <pc:sldMk cId="4287953693" sldId="265"/>
            <ac:grpSpMk id="19" creationId="{52BF79A2-7E7D-406D-B622-1E6273849BB1}"/>
          </ac:grpSpMkLst>
        </pc:grpChg>
        <pc:grpChg chg="add del mod">
          <ac:chgData name="Mario Corral Bolaños" userId="99b5ed03-1d2e-46c7-b822-e698cc024038" providerId="ADAL" clId="{C378CA5A-2DFA-4496-8620-0D016D96B5C4}" dt="2021-05-05T09:15:17.364" v="3036" actId="478"/>
          <ac:grpSpMkLst>
            <pc:docMk/>
            <pc:sldMk cId="4287953693" sldId="265"/>
            <ac:grpSpMk id="26" creationId="{6A489362-4D5B-488D-A881-B87B06B56FDE}"/>
          </ac:grpSpMkLst>
        </pc:grpChg>
        <pc:graphicFrameChg chg="del">
          <ac:chgData name="Mario Corral Bolaños" userId="99b5ed03-1d2e-46c7-b822-e698cc024038" providerId="ADAL" clId="{C378CA5A-2DFA-4496-8620-0D016D96B5C4}" dt="2021-05-04T16:50:46.710" v="2548" actId="478"/>
          <ac:graphicFrameMkLst>
            <pc:docMk/>
            <pc:sldMk cId="4287953693" sldId="265"/>
            <ac:graphicFrameMk id="15" creationId="{5C8D17E6-1807-41A7-9A73-BDC3B8032A09}"/>
          </ac:graphicFrameMkLst>
        </pc:graphicFrameChg>
        <pc:graphicFrameChg chg="add mod modGraphic">
          <ac:chgData name="Mario Corral Bolaños" userId="99b5ed03-1d2e-46c7-b822-e698cc024038" providerId="ADAL" clId="{C378CA5A-2DFA-4496-8620-0D016D96B5C4}" dt="2021-05-05T09:04:03.347" v="3028" actId="1076"/>
          <ac:graphicFrameMkLst>
            <pc:docMk/>
            <pc:sldMk cId="4287953693" sldId="265"/>
            <ac:graphicFrameMk id="20" creationId="{C3C1595A-9E39-4BB0-9C12-ACACDA1C5D79}"/>
          </ac:graphicFrameMkLst>
        </pc:graphicFrameChg>
        <pc:graphicFrameChg chg="add mod modGraphic">
          <ac:chgData name="Mario Corral Bolaños" userId="99b5ed03-1d2e-46c7-b822-e698cc024038" providerId="ADAL" clId="{C378CA5A-2DFA-4496-8620-0D016D96B5C4}" dt="2021-05-05T09:21:42.575" v="3055" actId="20577"/>
          <ac:graphicFrameMkLst>
            <pc:docMk/>
            <pc:sldMk cId="4287953693" sldId="265"/>
            <ac:graphicFrameMk id="23" creationId="{DDE18F8F-AC5F-4361-9B40-6FC22C1CC70C}"/>
          </ac:graphicFrameMkLst>
        </pc:graphicFrameChg>
        <pc:picChg chg="add mod">
          <ac:chgData name="Mario Corral Bolaños" userId="99b5ed03-1d2e-46c7-b822-e698cc024038" providerId="ADAL" clId="{C378CA5A-2DFA-4496-8620-0D016D96B5C4}" dt="2021-05-05T08:45:39.288" v="2818" actId="1076"/>
          <ac:picMkLst>
            <pc:docMk/>
            <pc:sldMk cId="4287953693" sldId="265"/>
            <ac:picMk id="3" creationId="{9613C2E0-0F7B-4429-BA33-E13D25CEB6F3}"/>
          </ac:picMkLst>
        </pc:picChg>
        <pc:picChg chg="add del mod modCrop">
          <ac:chgData name="Mario Corral Bolaños" userId="99b5ed03-1d2e-46c7-b822-e698cc024038" providerId="ADAL" clId="{C378CA5A-2DFA-4496-8620-0D016D96B5C4}" dt="2021-05-05T08:37:31.986" v="2754" actId="478"/>
          <ac:picMkLst>
            <pc:docMk/>
            <pc:sldMk cId="4287953693" sldId="265"/>
            <ac:picMk id="8" creationId="{955586C5-2F76-4AE1-868A-088833B2D0D4}"/>
          </ac:picMkLst>
        </pc:picChg>
        <pc:picChg chg="add del mod">
          <ac:chgData name="Mario Corral Bolaños" userId="99b5ed03-1d2e-46c7-b822-e698cc024038" providerId="ADAL" clId="{C378CA5A-2DFA-4496-8620-0D016D96B5C4}" dt="2021-05-05T08:38:03.601" v="2761" actId="478"/>
          <ac:picMkLst>
            <pc:docMk/>
            <pc:sldMk cId="4287953693" sldId="265"/>
            <ac:picMk id="10" creationId="{8B07481F-6AF4-4028-A99E-4B1DAB224B7E}"/>
          </ac:picMkLst>
        </pc:picChg>
        <pc:picChg chg="add del mod modCrop">
          <ac:chgData name="Mario Corral Bolaños" userId="99b5ed03-1d2e-46c7-b822-e698cc024038" providerId="ADAL" clId="{C378CA5A-2DFA-4496-8620-0D016D96B5C4}" dt="2021-05-05T08:44:24.803" v="2801" actId="478"/>
          <ac:picMkLst>
            <pc:docMk/>
            <pc:sldMk cId="4287953693" sldId="265"/>
            <ac:picMk id="12" creationId="{83028E9B-DC9E-44E4-97C9-B26E6B032CB3}"/>
          </ac:picMkLst>
        </pc:picChg>
        <pc:picChg chg="add del mod">
          <ac:chgData name="Mario Corral Bolaños" userId="99b5ed03-1d2e-46c7-b822-e698cc024038" providerId="ADAL" clId="{C378CA5A-2DFA-4496-8620-0D016D96B5C4}" dt="2021-05-05T08:40:29.015" v="2772" actId="478"/>
          <ac:picMkLst>
            <pc:docMk/>
            <pc:sldMk cId="4287953693" sldId="265"/>
            <ac:picMk id="14" creationId="{08FC9303-418F-42B5-BAA9-798E68C79662}"/>
          </ac:picMkLst>
        </pc:picChg>
        <pc:picChg chg="del mod">
          <ac:chgData name="Mario Corral Bolaños" userId="99b5ed03-1d2e-46c7-b822-e698cc024038" providerId="ADAL" clId="{C378CA5A-2DFA-4496-8620-0D016D96B5C4}" dt="2021-05-04T16:50:43.516" v="2547" actId="478"/>
          <ac:picMkLst>
            <pc:docMk/>
            <pc:sldMk cId="4287953693" sldId="265"/>
            <ac:picMk id="14" creationId="{B8D26EE6-CF42-4293-B464-D6FFBAB3F930}"/>
          </ac:picMkLst>
        </pc:picChg>
        <pc:picChg chg="add mod">
          <ac:chgData name="Mario Corral Bolaños" userId="99b5ed03-1d2e-46c7-b822-e698cc024038" providerId="ADAL" clId="{C378CA5A-2DFA-4496-8620-0D016D96B5C4}" dt="2021-05-05T08:46:13.784" v="2821" actId="1035"/>
          <ac:picMkLst>
            <pc:docMk/>
            <pc:sldMk cId="4287953693" sldId="265"/>
            <ac:picMk id="16" creationId="{1A4A1F77-2697-4329-98A0-D49C09680F4B}"/>
          </ac:picMkLst>
        </pc:picChg>
        <pc:picChg chg="add del mod ord modCrop">
          <ac:chgData name="Mario Corral Bolaños" userId="99b5ed03-1d2e-46c7-b822-e698cc024038" providerId="ADAL" clId="{C378CA5A-2DFA-4496-8620-0D016D96B5C4}" dt="2021-05-05T08:45:28.758" v="2815" actId="1076"/>
          <ac:picMkLst>
            <pc:docMk/>
            <pc:sldMk cId="4287953693" sldId="265"/>
            <ac:picMk id="18" creationId="{00D1DB07-3335-4F9E-87DD-DCC34EF0CCAD}"/>
          </ac:picMkLst>
        </pc:picChg>
        <pc:picChg chg="add mod topLvl">
          <ac:chgData name="Mario Corral Bolaños" userId="99b5ed03-1d2e-46c7-b822-e698cc024038" providerId="ADAL" clId="{C378CA5A-2DFA-4496-8620-0D016D96B5C4}" dt="2021-05-05T09:15:17.364" v="3036" actId="478"/>
          <ac:picMkLst>
            <pc:docMk/>
            <pc:sldMk cId="4287953693" sldId="265"/>
            <ac:picMk id="22" creationId="{028AFDE9-447E-483D-8737-679ED3847555}"/>
          </ac:picMkLst>
        </pc:picChg>
        <pc:picChg chg="add del mod topLvl">
          <ac:chgData name="Mario Corral Bolaños" userId="99b5ed03-1d2e-46c7-b822-e698cc024038" providerId="ADAL" clId="{C378CA5A-2DFA-4496-8620-0D016D96B5C4}" dt="2021-05-05T09:15:17.364" v="3036" actId="478"/>
          <ac:picMkLst>
            <pc:docMk/>
            <pc:sldMk cId="4287953693" sldId="265"/>
            <ac:picMk id="25" creationId="{7B683134-AE45-4AA5-B044-09CBA2924DBD}"/>
          </ac:picMkLst>
        </pc:picChg>
        <pc:picChg chg="add mod">
          <ac:chgData name="Mario Corral Bolaños" userId="99b5ed03-1d2e-46c7-b822-e698cc024038" providerId="ADAL" clId="{C378CA5A-2DFA-4496-8620-0D016D96B5C4}" dt="2021-05-05T09:15:33.562" v="3042" actId="1076"/>
          <ac:picMkLst>
            <pc:docMk/>
            <pc:sldMk cId="4287953693" sldId="265"/>
            <ac:picMk id="28" creationId="{9797535F-A80A-4F38-9ACA-861F1D3D8EF1}"/>
          </ac:picMkLst>
        </pc:picChg>
      </pc:sldChg>
      <pc:sldChg chg="addSp delSp modSp add mod">
        <pc:chgData name="Mario Corral Bolaños" userId="99b5ed03-1d2e-46c7-b822-e698cc024038" providerId="ADAL" clId="{C378CA5A-2DFA-4496-8620-0D016D96B5C4}" dt="2021-05-05T09:47:29.936" v="3183" actId="21"/>
        <pc:sldMkLst>
          <pc:docMk/>
          <pc:sldMk cId="2291027109" sldId="266"/>
        </pc:sldMkLst>
        <pc:spChg chg="mod">
          <ac:chgData name="Mario Corral Bolaños" userId="99b5ed03-1d2e-46c7-b822-e698cc024038" providerId="ADAL" clId="{C378CA5A-2DFA-4496-8620-0D016D96B5C4}" dt="2021-05-04T16:56:53.582" v="2595" actId="20577"/>
          <ac:spMkLst>
            <pc:docMk/>
            <pc:sldMk cId="2291027109" sldId="266"/>
            <ac:spMk id="6" creationId="{5A5890CD-8F90-4FE7-841F-F7B0C2865BA2}"/>
          </ac:spMkLst>
        </pc:spChg>
        <pc:graphicFrameChg chg="add mod modGraphic">
          <ac:chgData name="Mario Corral Bolaños" userId="99b5ed03-1d2e-46c7-b822-e698cc024038" providerId="ADAL" clId="{C378CA5A-2DFA-4496-8620-0D016D96B5C4}" dt="2021-05-05T09:33:48.650" v="3104" actId="1076"/>
          <ac:graphicFrameMkLst>
            <pc:docMk/>
            <pc:sldMk cId="2291027109" sldId="266"/>
            <ac:graphicFrameMk id="7" creationId="{3AE84AB8-9837-4813-A46D-492286486487}"/>
          </ac:graphicFrameMkLst>
        </pc:graphicFrameChg>
        <pc:graphicFrameChg chg="add mod modGraphic">
          <ac:chgData name="Mario Corral Bolaños" userId="99b5ed03-1d2e-46c7-b822-e698cc024038" providerId="ADAL" clId="{C378CA5A-2DFA-4496-8620-0D016D96B5C4}" dt="2021-05-05T09:33:54.492" v="3109" actId="20577"/>
          <ac:graphicFrameMkLst>
            <pc:docMk/>
            <pc:sldMk cId="2291027109" sldId="266"/>
            <ac:graphicFrameMk id="8" creationId="{DE940718-5738-4602-BE17-4A2D7FB2AA44}"/>
          </ac:graphicFrameMkLst>
        </pc:graphicFrameChg>
        <pc:graphicFrameChg chg="add mod modGraphic">
          <ac:chgData name="Mario Corral Bolaños" userId="99b5ed03-1d2e-46c7-b822-e698cc024038" providerId="ADAL" clId="{C378CA5A-2DFA-4496-8620-0D016D96B5C4}" dt="2021-05-05T09:34:12.470" v="3118" actId="20577"/>
          <ac:graphicFrameMkLst>
            <pc:docMk/>
            <pc:sldMk cId="2291027109" sldId="266"/>
            <ac:graphicFrameMk id="9" creationId="{6D257DA4-3D6D-48A7-B029-2F5E652C3BB4}"/>
          </ac:graphicFrameMkLst>
        </pc:graphicFrameChg>
        <pc:picChg chg="add mod">
          <ac:chgData name="Mario Corral Bolaños" userId="99b5ed03-1d2e-46c7-b822-e698cc024038" providerId="ADAL" clId="{C378CA5A-2DFA-4496-8620-0D016D96B5C4}" dt="2021-05-05T09:27:01.539" v="3059" actId="962"/>
          <ac:picMkLst>
            <pc:docMk/>
            <pc:sldMk cId="2291027109" sldId="266"/>
            <ac:picMk id="3" creationId="{A4296CEA-93E1-41B1-A1E9-F51002A3F932}"/>
          </ac:picMkLst>
        </pc:picChg>
        <pc:picChg chg="add del mod modCrop">
          <ac:chgData name="Mario Corral Bolaños" userId="99b5ed03-1d2e-46c7-b822-e698cc024038" providerId="ADAL" clId="{C378CA5A-2DFA-4496-8620-0D016D96B5C4}" dt="2021-05-05T09:47:28.753" v="3182" actId="21"/>
          <ac:picMkLst>
            <pc:docMk/>
            <pc:sldMk cId="2291027109" sldId="266"/>
            <ac:picMk id="10" creationId="{5607BA53-0DF7-4946-B144-49785F431A66}"/>
          </ac:picMkLst>
        </pc:picChg>
        <pc:picChg chg="add del mod">
          <ac:chgData name="Mario Corral Bolaños" userId="99b5ed03-1d2e-46c7-b822-e698cc024038" providerId="ADAL" clId="{C378CA5A-2DFA-4496-8620-0D016D96B5C4}" dt="2021-05-05T09:47:29.936" v="3183" actId="21"/>
          <ac:picMkLst>
            <pc:docMk/>
            <pc:sldMk cId="2291027109" sldId="266"/>
            <ac:picMk id="11" creationId="{8F6BE72D-59BD-4FA8-A78B-7F90D3370412}"/>
          </ac:picMkLst>
        </pc:picChg>
      </pc:sldChg>
      <pc:sldChg chg="addSp delSp modSp new mod modClrScheme chgLayout">
        <pc:chgData name="Mario Corral Bolaños" userId="99b5ed03-1d2e-46c7-b822-e698cc024038" providerId="ADAL" clId="{C378CA5A-2DFA-4496-8620-0D016D96B5C4}" dt="2021-05-05T09:49:25.910" v="3215" actId="1076"/>
        <pc:sldMkLst>
          <pc:docMk/>
          <pc:sldMk cId="3372451106" sldId="267"/>
        </pc:sldMkLst>
        <pc:spChg chg="del">
          <ac:chgData name="Mario Corral Bolaños" userId="99b5ed03-1d2e-46c7-b822-e698cc024038" providerId="ADAL" clId="{C378CA5A-2DFA-4496-8620-0D016D96B5C4}" dt="2021-05-05T09:35:29.929" v="3120" actId="700"/>
          <ac:spMkLst>
            <pc:docMk/>
            <pc:sldMk cId="3372451106" sldId="267"/>
            <ac:spMk id="2" creationId="{D824407A-E8B7-4F39-80AF-B8007254785F}"/>
          </ac:spMkLst>
        </pc:spChg>
        <pc:spChg chg="del">
          <ac:chgData name="Mario Corral Bolaños" userId="99b5ed03-1d2e-46c7-b822-e698cc024038" providerId="ADAL" clId="{C378CA5A-2DFA-4496-8620-0D016D96B5C4}" dt="2021-05-05T09:35:29.929" v="3120" actId="700"/>
          <ac:spMkLst>
            <pc:docMk/>
            <pc:sldMk cId="3372451106" sldId="267"/>
            <ac:spMk id="3" creationId="{136DB586-334D-4A2E-9F8B-4BAC4C39A9AF}"/>
          </ac:spMkLst>
        </pc:spChg>
        <pc:spChg chg="mod ord">
          <ac:chgData name="Mario Corral Bolaños" userId="99b5ed03-1d2e-46c7-b822-e698cc024038" providerId="ADAL" clId="{C378CA5A-2DFA-4496-8620-0D016D96B5C4}" dt="2021-05-05T09:35:46.592" v="3123" actId="26606"/>
          <ac:spMkLst>
            <pc:docMk/>
            <pc:sldMk cId="3372451106" sldId="267"/>
            <ac:spMk id="4" creationId="{87B092DB-EC2E-4DE4-B022-F417C2E16720}"/>
          </ac:spMkLst>
        </pc:spChg>
        <pc:spChg chg="add del mod ord">
          <ac:chgData name="Mario Corral Bolaños" userId="99b5ed03-1d2e-46c7-b822-e698cc024038" providerId="ADAL" clId="{C378CA5A-2DFA-4496-8620-0D016D96B5C4}" dt="2021-05-05T09:36:10.634" v="3169" actId="1076"/>
          <ac:spMkLst>
            <pc:docMk/>
            <pc:sldMk cId="3372451106" sldId="267"/>
            <ac:spMk id="5" creationId="{2D5CC1FB-C793-4F05-A8D4-694BDD2AE3B8}"/>
          </ac:spMkLst>
        </pc:spChg>
        <pc:spChg chg="add del mod ord">
          <ac:chgData name="Mario Corral Bolaños" userId="99b5ed03-1d2e-46c7-b822-e698cc024038" providerId="ADAL" clId="{C378CA5A-2DFA-4496-8620-0D016D96B5C4}" dt="2021-05-05T09:49:18.884" v="3214" actId="20577"/>
          <ac:spMkLst>
            <pc:docMk/>
            <pc:sldMk cId="3372451106" sldId="267"/>
            <ac:spMk id="6" creationId="{50140293-C425-422C-BDE2-6644B643D9FB}"/>
          </ac:spMkLst>
        </pc:spChg>
        <pc:spChg chg="add del mod">
          <ac:chgData name="Mario Corral Bolaños" userId="99b5ed03-1d2e-46c7-b822-e698cc024038" providerId="ADAL" clId="{C378CA5A-2DFA-4496-8620-0D016D96B5C4}" dt="2021-05-05T09:35:46.592" v="3123" actId="26606"/>
          <ac:spMkLst>
            <pc:docMk/>
            <pc:sldMk cId="3372451106" sldId="267"/>
            <ac:spMk id="12" creationId="{1E8B0CB0-753E-4828-B2C9-6A1F34ECFA44}"/>
          </ac:spMkLst>
        </pc:spChg>
        <pc:picChg chg="add del">
          <ac:chgData name="Mario Corral Bolaños" userId="99b5ed03-1d2e-46c7-b822-e698cc024038" providerId="ADAL" clId="{C378CA5A-2DFA-4496-8620-0D016D96B5C4}" dt="2021-05-05T09:35:46.592" v="3123" actId="26606"/>
          <ac:picMkLst>
            <pc:docMk/>
            <pc:sldMk cId="3372451106" sldId="267"/>
            <ac:picMk id="8" creationId="{DD5EBE2A-37AB-48FA-9838-4537BD88CED1}"/>
          </ac:picMkLst>
        </pc:picChg>
        <pc:picChg chg="add mod">
          <ac:chgData name="Mario Corral Bolaños" userId="99b5ed03-1d2e-46c7-b822-e698cc024038" providerId="ADAL" clId="{C378CA5A-2DFA-4496-8620-0D016D96B5C4}" dt="2021-05-05T09:49:25.910" v="3215" actId="1076"/>
          <ac:picMkLst>
            <pc:docMk/>
            <pc:sldMk cId="3372451106" sldId="267"/>
            <ac:picMk id="9" creationId="{88EB2267-4E14-4C6F-9163-EFA45A10F489}"/>
          </ac:picMkLst>
        </pc:picChg>
      </pc:sldChg>
    </pc:docChg>
  </pc:docChgLst>
  <pc:docChgLst>
    <pc:chgData name="Mario Corral" userId="6efb52b2f442f995" providerId="LiveId" clId="{DA6EE8F8-28E3-4C6F-A66A-E547352CD532}"/>
    <pc:docChg chg="undo redo custSel addSld delSld modSld">
      <pc:chgData name="Mario Corral" userId="6efb52b2f442f995" providerId="LiveId" clId="{DA6EE8F8-28E3-4C6F-A66A-E547352CD532}" dt="2021-05-04T12:16:59.785" v="393" actId="404"/>
      <pc:docMkLst>
        <pc:docMk/>
      </pc:docMkLst>
      <pc:sldChg chg="del">
        <pc:chgData name="Mario Corral" userId="6efb52b2f442f995" providerId="LiveId" clId="{DA6EE8F8-28E3-4C6F-A66A-E547352CD532}" dt="2021-05-04T11:44:52.853" v="0" actId="47"/>
        <pc:sldMkLst>
          <pc:docMk/>
          <pc:sldMk cId="0" sldId="256"/>
        </pc:sldMkLst>
      </pc:sldChg>
      <pc:sldChg chg="addSp delSp modSp mod chgLayout">
        <pc:chgData name="Mario Corral" userId="6efb52b2f442f995" providerId="LiveId" clId="{DA6EE8F8-28E3-4C6F-A66A-E547352CD532}" dt="2021-05-04T12:16:59.785" v="393" actId="404"/>
        <pc:sldMkLst>
          <pc:docMk/>
          <pc:sldMk cId="1796381250" sldId="257"/>
        </pc:sldMkLst>
        <pc:spChg chg="mod ord">
          <ac:chgData name="Mario Corral" userId="6efb52b2f442f995" providerId="LiveId" clId="{DA6EE8F8-28E3-4C6F-A66A-E547352CD532}" dt="2021-05-04T11:57:08.695" v="111" actId="700"/>
          <ac:spMkLst>
            <pc:docMk/>
            <pc:sldMk cId="1796381250" sldId="257"/>
            <ac:spMk id="4" creationId="{00000000-0000-0000-0000-000000000000}"/>
          </ac:spMkLst>
        </pc:spChg>
        <pc:spChg chg="mod ord">
          <ac:chgData name="Mario Corral" userId="6efb52b2f442f995" providerId="LiveId" clId="{DA6EE8F8-28E3-4C6F-A66A-E547352CD532}" dt="2021-05-04T11:58:36.136" v="185" actId="1076"/>
          <ac:spMkLst>
            <pc:docMk/>
            <pc:sldMk cId="1796381250" sldId="257"/>
            <ac:spMk id="5" creationId="{43AB9D89-4678-4B3C-8679-3E429EFBB2DD}"/>
          </ac:spMkLst>
        </pc:spChg>
        <pc:spChg chg="add del">
          <ac:chgData name="Mario Corral" userId="6efb52b2f442f995" providerId="LiveId" clId="{DA6EE8F8-28E3-4C6F-A66A-E547352CD532}" dt="2021-05-04T11:54:56.041" v="63"/>
          <ac:spMkLst>
            <pc:docMk/>
            <pc:sldMk cId="1796381250" sldId="257"/>
            <ac:spMk id="6" creationId="{5A5890CD-8F90-4FE7-841F-F7B0C2865BA2}"/>
          </ac:spMkLst>
        </pc:spChg>
        <pc:spChg chg="add mod ord">
          <ac:chgData name="Mario Corral" userId="6efb52b2f442f995" providerId="LiveId" clId="{DA6EE8F8-28E3-4C6F-A66A-E547352CD532}" dt="2021-05-04T12:16:59.785" v="393" actId="404"/>
          <ac:spMkLst>
            <pc:docMk/>
            <pc:sldMk cId="1796381250" sldId="257"/>
            <ac:spMk id="7" creationId="{8E76992A-85A9-4D84-BBF3-69B81EF28812}"/>
          </ac:spMkLst>
        </pc:spChg>
        <pc:spChg chg="add del mod">
          <ac:chgData name="Mario Corral" userId="6efb52b2f442f995" providerId="LiveId" clId="{DA6EE8F8-28E3-4C6F-A66A-E547352CD532}" dt="2021-05-04T12:09:59.778" v="214"/>
          <ac:spMkLst>
            <pc:docMk/>
            <pc:sldMk cId="1796381250" sldId="257"/>
            <ac:spMk id="8" creationId="{4A17AE93-D315-4301-BEF4-7DC3D3E5E9A3}"/>
          </ac:spMkLst>
        </pc:spChg>
        <pc:spChg chg="add mod">
          <ac:chgData name="Mario Corral" userId="6efb52b2f442f995" providerId="LiveId" clId="{DA6EE8F8-28E3-4C6F-A66A-E547352CD532}" dt="2021-05-04T12:11:40.262" v="263" actId="1076"/>
          <ac:spMkLst>
            <pc:docMk/>
            <pc:sldMk cId="1796381250" sldId="257"/>
            <ac:spMk id="9" creationId="{C93BA791-4183-42D0-A517-26FD024FB993}"/>
          </ac:spMkLst>
        </pc:spChg>
        <pc:picChg chg="add del mod ord">
          <ac:chgData name="Mario Corral" userId="6efb52b2f442f995" providerId="LiveId" clId="{DA6EE8F8-28E3-4C6F-A66A-E547352CD532}" dt="2021-05-04T12:08:52.474" v="211" actId="1076"/>
          <ac:picMkLst>
            <pc:docMk/>
            <pc:sldMk cId="1796381250" sldId="257"/>
            <ac:picMk id="3" creationId="{ED716F40-C86F-44E8-8EC6-5FBEAB43E307}"/>
          </ac:picMkLst>
        </pc:picChg>
      </pc:sldChg>
      <pc:sldChg chg="add del">
        <pc:chgData name="Mario Corral" userId="6efb52b2f442f995" providerId="LiveId" clId="{DA6EE8F8-28E3-4C6F-A66A-E547352CD532}" dt="2021-05-04T11:54:55.815" v="61" actId="47"/>
        <pc:sldMkLst>
          <pc:docMk/>
          <pc:sldMk cId="2320714135" sldId="260"/>
        </pc:sldMkLst>
      </pc:sldChg>
      <pc:sldChg chg="addSp delSp modSp add del mod">
        <pc:chgData name="Mario Corral" userId="6efb52b2f442f995" providerId="LiveId" clId="{DA6EE8F8-28E3-4C6F-A66A-E547352CD532}" dt="2021-05-04T12:16:34.953" v="392" actId="1076"/>
        <pc:sldMkLst>
          <pc:docMk/>
          <pc:sldMk cId="1235931404" sldId="261"/>
        </pc:sldMkLst>
        <pc:spChg chg="mod">
          <ac:chgData name="Mario Corral" userId="6efb52b2f442f995" providerId="LiveId" clId="{DA6EE8F8-28E3-4C6F-A66A-E547352CD532}" dt="2021-05-04T12:14:10.951" v="310" actId="1076"/>
          <ac:spMkLst>
            <pc:docMk/>
            <pc:sldMk cId="1235931404" sldId="261"/>
            <ac:spMk id="5" creationId="{43AB9D89-4678-4B3C-8679-3E429EFBB2DD}"/>
          </ac:spMkLst>
        </pc:spChg>
        <pc:spChg chg="mod">
          <ac:chgData name="Mario Corral" userId="6efb52b2f442f995" providerId="LiveId" clId="{DA6EE8F8-28E3-4C6F-A66A-E547352CD532}" dt="2021-05-04T12:16:34.953" v="392" actId="1076"/>
          <ac:spMkLst>
            <pc:docMk/>
            <pc:sldMk cId="1235931404" sldId="261"/>
            <ac:spMk id="6" creationId="{5A5890CD-8F90-4FE7-841F-F7B0C2865BA2}"/>
          </ac:spMkLst>
        </pc:spChg>
        <pc:graphicFrameChg chg="add del mod">
          <ac:chgData name="Mario Corral" userId="6efb52b2f442f995" providerId="LiveId" clId="{DA6EE8F8-28E3-4C6F-A66A-E547352CD532}" dt="2021-05-04T12:14:42.812" v="314" actId="478"/>
          <ac:graphicFrameMkLst>
            <pc:docMk/>
            <pc:sldMk cId="1235931404" sldId="261"/>
            <ac:graphicFrameMk id="2" creationId="{008E2D27-42CC-4984-B921-8A42384E12B8}"/>
          </ac:graphicFrameMkLst>
        </pc:graphicFrameChg>
      </pc:sldChg>
      <pc:sldChg chg="new">
        <pc:chgData name="Mario Corral" userId="6efb52b2f442f995" providerId="LiveId" clId="{DA6EE8F8-28E3-4C6F-A66A-E547352CD532}" dt="2021-05-04T11:56:46.332" v="110" actId="680"/>
        <pc:sldMkLst>
          <pc:docMk/>
          <pc:sldMk cId="3064698611" sldId="2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‹Nº›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‹Nº›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Chan-</a:t>
            </a:r>
            <a:r>
              <a:rPr lang="es-ES" dirty="0" err="1"/>
              <a:t>Vese</a:t>
            </a:r>
            <a:r>
              <a:rPr lang="es-ES" dirty="0"/>
              <a:t> </a:t>
            </a:r>
            <a:r>
              <a:rPr lang="es-ES" dirty="0" err="1"/>
              <a:t>algorithm</a:t>
            </a:r>
            <a:r>
              <a:rPr lang="es-ES" dirty="0"/>
              <a:t> </a:t>
            </a:r>
            <a:r>
              <a:rPr lang="es-ES" dirty="0" err="1"/>
              <a:t>proposes</a:t>
            </a:r>
            <a:r>
              <a:rPr lang="es-ES" dirty="0"/>
              <a:t> a </a:t>
            </a:r>
            <a:r>
              <a:rPr lang="es-ES" dirty="0" err="1"/>
              <a:t>method</a:t>
            </a:r>
            <a:r>
              <a:rPr lang="es-ES" dirty="0"/>
              <a:t>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separates</a:t>
            </a:r>
            <a:r>
              <a:rPr lang="es-ES" dirty="0"/>
              <a:t> a </a:t>
            </a:r>
            <a:r>
              <a:rPr lang="es-ES" dirty="0" err="1"/>
              <a:t>background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foreground</a:t>
            </a:r>
            <a:r>
              <a:rPr lang="es-ES" dirty="0"/>
              <a:t> </a:t>
            </a:r>
            <a:r>
              <a:rPr lang="es-ES" dirty="0" err="1"/>
              <a:t>based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mean </a:t>
            </a:r>
            <a:r>
              <a:rPr lang="es-ES" dirty="0" err="1"/>
              <a:t>intensities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area</a:t>
            </a:r>
            <a:r>
              <a:rPr lang="es-ES" dirty="0"/>
              <a:t>.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its</a:t>
            </a:r>
            <a:r>
              <a:rPr lang="es-ES" dirty="0"/>
              <a:t> </a:t>
            </a:r>
            <a:r>
              <a:rPr lang="es-ES" dirty="0" err="1"/>
              <a:t>own</a:t>
            </a:r>
            <a:r>
              <a:rPr lang="es-ES" dirty="0"/>
              <a:t>,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method</a:t>
            </a:r>
            <a:r>
              <a:rPr lang="es-ES" dirty="0"/>
              <a:t> </a:t>
            </a:r>
            <a:r>
              <a:rPr lang="es-ES" dirty="0" err="1"/>
              <a:t>cannot</a:t>
            </a:r>
            <a:r>
              <a:rPr lang="es-ES" dirty="0"/>
              <a:t> </a:t>
            </a:r>
            <a:r>
              <a:rPr lang="es-ES" dirty="0" err="1"/>
              <a:t>handle</a:t>
            </a:r>
            <a:r>
              <a:rPr lang="es-ES" dirty="0"/>
              <a:t> </a:t>
            </a:r>
            <a:r>
              <a:rPr lang="es-ES" dirty="0" err="1"/>
              <a:t>many</a:t>
            </a:r>
            <a:r>
              <a:rPr lang="es-ES" dirty="0"/>
              <a:t> </a:t>
            </a:r>
            <a:r>
              <a:rPr lang="es-ES" dirty="0" err="1"/>
              <a:t>realistic</a:t>
            </a:r>
            <a:r>
              <a:rPr lang="es-ES" dirty="0"/>
              <a:t> </a:t>
            </a:r>
            <a:r>
              <a:rPr lang="es-ES" dirty="0" err="1"/>
              <a:t>situations</a:t>
            </a:r>
            <a:r>
              <a:rPr lang="es-ES" dirty="0"/>
              <a:t> in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difference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not</a:t>
            </a:r>
            <a:r>
              <a:rPr lang="es-ES" dirty="0"/>
              <a:t> so </a:t>
            </a:r>
            <a:r>
              <a:rPr lang="es-ES" dirty="0" err="1"/>
              <a:t>big</a:t>
            </a:r>
            <a:r>
              <a:rPr lang="es-ES" dirty="0"/>
              <a:t>. </a:t>
            </a:r>
            <a:r>
              <a:rPr lang="es-ES" dirty="0" err="1"/>
              <a:t>Those</a:t>
            </a:r>
            <a:r>
              <a:rPr lang="es-ES" dirty="0"/>
              <a:t> cases are </a:t>
            </a:r>
            <a:r>
              <a:rPr lang="es-ES" dirty="0" err="1"/>
              <a:t>exemplified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images</a:t>
            </a:r>
            <a:r>
              <a:rPr lang="es-ES" dirty="0"/>
              <a:t>, in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mean </a:t>
            </a:r>
            <a:r>
              <a:rPr lang="es-ES" dirty="0" err="1"/>
              <a:t>intensity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background</a:t>
            </a:r>
            <a:r>
              <a:rPr lang="es-ES" dirty="0"/>
              <a:t> and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foreground</a:t>
            </a:r>
            <a:r>
              <a:rPr lang="es-ES" dirty="0"/>
              <a:t> are </a:t>
            </a:r>
            <a:r>
              <a:rPr lang="es-ES" dirty="0" err="1"/>
              <a:t>pretty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similar.</a:t>
            </a:r>
          </a:p>
          <a:p>
            <a:endParaRPr lang="es-ES" dirty="0"/>
          </a:p>
          <a:p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generalize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chan </a:t>
            </a:r>
            <a:r>
              <a:rPr lang="es-ES" dirty="0" err="1"/>
              <a:t>vese</a:t>
            </a:r>
            <a:r>
              <a:rPr lang="es-ES" dirty="0"/>
              <a:t> </a:t>
            </a:r>
            <a:r>
              <a:rPr lang="es-ES" dirty="0" err="1"/>
              <a:t>algorithm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use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probabilistic</a:t>
            </a:r>
            <a:r>
              <a:rPr lang="es-ES" dirty="0"/>
              <a:t> </a:t>
            </a:r>
            <a:r>
              <a:rPr lang="es-ES" dirty="0" err="1"/>
              <a:t>approach</a:t>
            </a:r>
            <a:r>
              <a:rPr lang="es-ES" dirty="0"/>
              <a:t> </a:t>
            </a:r>
            <a:r>
              <a:rPr lang="es-ES" dirty="0" err="1"/>
              <a:t>proposed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Dahl and Dahl (2017). In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two</a:t>
            </a:r>
            <a:r>
              <a:rPr lang="es-ES" dirty="0"/>
              <a:t> </a:t>
            </a:r>
            <a:r>
              <a:rPr lang="es-ES" dirty="0" err="1"/>
              <a:t>approaches</a:t>
            </a:r>
            <a:r>
              <a:rPr lang="es-ES" dirty="0"/>
              <a:t> are </a:t>
            </a:r>
            <a:r>
              <a:rPr lang="es-ES" dirty="0" err="1"/>
              <a:t>proposed</a:t>
            </a:r>
            <a:r>
              <a:rPr lang="es-ES" dirty="0"/>
              <a:t>, </a:t>
            </a:r>
            <a:r>
              <a:rPr lang="es-ES" dirty="0" err="1"/>
              <a:t>one</a:t>
            </a:r>
            <a:r>
              <a:rPr lang="es-ES" dirty="0"/>
              <a:t> in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use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intensities</a:t>
            </a:r>
            <a:r>
              <a:rPr lang="es-ES" dirty="0"/>
              <a:t> </a:t>
            </a:r>
            <a:r>
              <a:rPr lang="es-ES" dirty="0" err="1"/>
              <a:t>distributions</a:t>
            </a:r>
            <a:r>
              <a:rPr lang="es-ES" dirty="0"/>
              <a:t> </a:t>
            </a:r>
            <a:r>
              <a:rPr lang="es-ES" dirty="0" err="1"/>
              <a:t>inside</a:t>
            </a:r>
            <a:r>
              <a:rPr lang="es-ES" dirty="0"/>
              <a:t> and </a:t>
            </a:r>
            <a:r>
              <a:rPr lang="es-ES" dirty="0" err="1"/>
              <a:t>outside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curve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estimate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curve </a:t>
            </a:r>
            <a:r>
              <a:rPr lang="es-ES" dirty="0" err="1"/>
              <a:t>evolution</a:t>
            </a:r>
            <a:r>
              <a:rPr lang="es-ES" dirty="0"/>
              <a:t>, and a 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one</a:t>
            </a:r>
            <a:r>
              <a:rPr lang="es-ES" dirty="0"/>
              <a:t> in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use </a:t>
            </a:r>
            <a:r>
              <a:rPr lang="es-ES" dirty="0" err="1"/>
              <a:t>image</a:t>
            </a:r>
            <a:r>
              <a:rPr lang="es-ES" dirty="0"/>
              <a:t> </a:t>
            </a:r>
            <a:r>
              <a:rPr lang="es-ES" dirty="0" err="1"/>
              <a:t>patches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take</a:t>
            </a:r>
            <a:r>
              <a:rPr lang="es-ES" dirty="0"/>
              <a:t> </a:t>
            </a:r>
            <a:r>
              <a:rPr lang="es-ES" dirty="0" err="1"/>
              <a:t>advantage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textures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foreground</a:t>
            </a:r>
            <a:r>
              <a:rPr lang="es-ES" dirty="0"/>
              <a:t> and </a:t>
            </a:r>
            <a:r>
              <a:rPr lang="es-ES" dirty="0" err="1"/>
              <a:t>background</a:t>
            </a:r>
            <a:r>
              <a:rPr lang="es-ES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56579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58924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18572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13836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5759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7b068058-0be5-4cd1-ad9f-7e46727ffbb6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5" name="date" descr="{&quot;templafy&quot;:{&quot;id&quot;:&quot;08fae1c4-d1df-43df-b212-ee2cfbdf9665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4 May 2021</a:t>
            </a:r>
          </a:p>
        </p:txBody>
      </p:sp>
      <p:sp>
        <p:nvSpPr>
          <p:cNvPr id="7" name="text" descr="{&quot;templafy&quot;:{&quot;id&quot;:&quot;93315598-9847-437f-befc-89766eeb8d09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700" dirty="0">
                <a:solidFill>
                  <a:schemeClr val="bg1"/>
                </a:solidFill>
                <a:latin typeface="+mn-lt"/>
              </a:rPr>
              <a:t>Probabilistic Chan-Vese</a:t>
            </a: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png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0.gif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7.xml"/><Relationship Id="rId1" Type="http://schemas.openxmlformats.org/officeDocument/2006/relationships/customXml" Target="../../customXml/item16.xml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B9D89-4678-4B3C-8679-3E429EFBB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582" y="1329264"/>
            <a:ext cx="10840028" cy="1072047"/>
          </a:xfrm>
        </p:spPr>
        <p:txBody>
          <a:bodyPr/>
          <a:lstStyle/>
          <a:p>
            <a:r>
              <a:rPr lang="en-GB" sz="5400" dirty="0"/>
              <a:t>Probabilistic Chan-</a:t>
            </a:r>
            <a:r>
              <a:rPr lang="en-GB" sz="5400" dirty="0" err="1"/>
              <a:t>Vese</a:t>
            </a:r>
            <a:endParaRPr lang="en-GB" sz="5400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8E76992A-85A9-4D84-BBF3-69B81EF28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316" y="2941439"/>
            <a:ext cx="4537568" cy="975121"/>
          </a:xfrm>
        </p:spPr>
        <p:txBody>
          <a:bodyPr/>
          <a:lstStyle/>
          <a:p>
            <a:r>
              <a:rPr lang="es-ES" sz="2400" dirty="0">
                <a:latin typeface="+mj-lt"/>
              </a:rPr>
              <a:t>Sheyla Barrado Ballestero </a:t>
            </a:r>
          </a:p>
          <a:p>
            <a:r>
              <a:rPr lang="es-ES" sz="2400" dirty="0">
                <a:latin typeface="+mj-lt"/>
              </a:rPr>
              <a:t>Mario Corral Bolaños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 dirty="0"/>
          </a:p>
        </p:txBody>
      </p:sp>
      <p:pic>
        <p:nvPicPr>
          <p:cNvPr id="3" name="Marcador de contenido 2" descr="Diagrama&#10;&#10;Descripción generada automáticamente">
            <a:extLst>
              <a:ext uri="{FF2B5EF4-FFF2-40B4-BE49-F238E27FC236}">
                <a16:creationId xmlns:a16="http://schemas.microsoft.com/office/drawing/2014/main" id="{ED716F40-C86F-44E8-8EC6-5FBEAB43E30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174" y="4019247"/>
            <a:ext cx="5915576" cy="2178849"/>
          </a:xfr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93BA791-4183-42D0-A517-26FD024FB993}"/>
              </a:ext>
            </a:extLst>
          </p:cNvPr>
          <p:cNvSpPr txBox="1"/>
          <p:nvPr/>
        </p:nvSpPr>
        <p:spPr>
          <a:xfrm>
            <a:off x="478582" y="2129441"/>
            <a:ext cx="5112568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s-ES" sz="1600" dirty="0" err="1">
                <a:latin typeface="+mj-lt"/>
              </a:rPr>
              <a:t>Advanced</a:t>
            </a:r>
            <a:r>
              <a:rPr lang="es-ES" sz="1600" dirty="0">
                <a:latin typeface="+mj-lt"/>
              </a:rPr>
              <a:t> </a:t>
            </a:r>
            <a:r>
              <a:rPr lang="es-ES" sz="1600" dirty="0" err="1">
                <a:latin typeface="+mj-lt"/>
              </a:rPr>
              <a:t>Image</a:t>
            </a:r>
            <a:r>
              <a:rPr lang="es-ES" sz="1600" dirty="0">
                <a:latin typeface="+mj-lt"/>
              </a:rPr>
              <a:t> </a:t>
            </a:r>
            <a:r>
              <a:rPr lang="es-ES" sz="1600" dirty="0" err="1">
                <a:latin typeface="+mj-lt"/>
              </a:rPr>
              <a:t>Analysis</a:t>
            </a:r>
            <a:r>
              <a:rPr lang="es-ES" sz="1600" dirty="0">
                <a:latin typeface="+mj-lt"/>
              </a:rPr>
              <a:t> - </a:t>
            </a:r>
            <a:r>
              <a:rPr lang="es-ES" sz="1600" dirty="0" err="1">
                <a:latin typeface="+mj-lt"/>
              </a:rPr>
              <a:t>Group</a:t>
            </a:r>
            <a:r>
              <a:rPr lang="es-ES" sz="1600" dirty="0">
                <a:latin typeface="+mj-lt"/>
              </a:rPr>
              <a:t> 3</a:t>
            </a:r>
          </a:p>
          <a:p>
            <a:pPr algn="l">
              <a:spcBef>
                <a:spcPts val="432"/>
              </a:spcBef>
            </a:pPr>
            <a:endParaRPr lang="es-ES" dirty="0" err="1">
              <a:latin typeface="+mn-lt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96381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B9D89-4678-4B3C-8679-3E429EFBB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654" y="545441"/>
            <a:ext cx="9312374" cy="426213"/>
          </a:xfrm>
        </p:spPr>
        <p:txBody>
          <a:bodyPr/>
          <a:lstStyle/>
          <a:p>
            <a:r>
              <a:rPr lang="en-GB" dirty="0"/>
              <a:t>Problem statement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A5890CD-8F90-4FE7-841F-F7B0C2865B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8582" y="1124744"/>
                <a:ext cx="10883852" cy="864096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GB" dirty="0"/>
                  <a:t>Chan-</a:t>
                </a:r>
                <a:r>
                  <a:rPr lang="en-GB" dirty="0" err="1"/>
                  <a:t>Vese</a:t>
                </a:r>
                <a:r>
                  <a:rPr lang="en-GB" dirty="0"/>
                  <a:t> algorithm proposes a method to differentiate two regions with different mean intensities:</a:t>
                </a:r>
              </a:p>
              <a:p>
                <a:pPr marL="2160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𝒆𝒙𝒕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GB" b="1" dirty="0"/>
              </a:p>
              <a:p>
                <a:pPr marL="216000" lvl="1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	 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A5890CD-8F90-4FE7-841F-F7B0C2865B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8582" y="1124744"/>
                <a:ext cx="10883852" cy="864096"/>
              </a:xfrm>
              <a:blipFill>
                <a:blip r:embed="rId5"/>
                <a:stretch>
                  <a:fillRect l="-12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FC639D92-5BD9-48D7-9EAE-D1A918CBFF55}"/>
              </a:ext>
            </a:extLst>
          </p:cNvPr>
          <p:cNvGrpSpPr/>
          <p:nvPr/>
        </p:nvGrpSpPr>
        <p:grpSpPr>
          <a:xfrm>
            <a:off x="334566" y="2440375"/>
            <a:ext cx="11593288" cy="2347703"/>
            <a:chOff x="335161" y="2496472"/>
            <a:chExt cx="11593288" cy="2347703"/>
          </a:xfrm>
        </p:grpSpPr>
        <p:pic>
          <p:nvPicPr>
            <p:cNvPr id="3" name="Imagen 2" descr="Gráfico, Histograma&#10;&#10;Descripción generada automáticamente">
              <a:extLst>
                <a:ext uri="{FF2B5EF4-FFF2-40B4-BE49-F238E27FC236}">
                  <a16:creationId xmlns:a16="http://schemas.microsoft.com/office/drawing/2014/main" id="{EACEC85D-034E-4F89-A4D1-9156B0458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334" y="2496472"/>
              <a:ext cx="5412115" cy="2347702"/>
            </a:xfrm>
            <a:prstGeom prst="rect">
              <a:avLst/>
            </a:prstGeom>
          </p:spPr>
        </p:pic>
        <p:pic>
          <p:nvPicPr>
            <p:cNvPr id="8" name="Imagen 7" descr="Gráfico, Histograma&#10;&#10;Descripción generada automáticamente">
              <a:extLst>
                <a:ext uri="{FF2B5EF4-FFF2-40B4-BE49-F238E27FC236}">
                  <a16:creationId xmlns:a16="http://schemas.microsoft.com/office/drawing/2014/main" id="{C8283E25-FF44-434D-8863-9DAC7B948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161" y="2496472"/>
              <a:ext cx="5403709" cy="2347703"/>
            </a:xfrm>
            <a:prstGeom prst="rect">
              <a:avLst/>
            </a:prstGeom>
          </p:spPr>
        </p:pic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0706E54-F4F3-4EE9-BC08-BE17B6524A69}"/>
              </a:ext>
            </a:extLst>
          </p:cNvPr>
          <p:cNvSpPr txBox="1"/>
          <p:nvPr/>
        </p:nvSpPr>
        <p:spPr>
          <a:xfrm>
            <a:off x="476962" y="5949280"/>
            <a:ext cx="116951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/>
              <a:t>Vedrana</a:t>
            </a:r>
            <a:r>
              <a:rPr lang="es-ES" sz="1200" dirty="0"/>
              <a:t> Andersen Dahl and </a:t>
            </a:r>
            <a:r>
              <a:rPr lang="es-ES" sz="1200" dirty="0" err="1"/>
              <a:t>Anders</a:t>
            </a:r>
            <a:r>
              <a:rPr lang="es-ES" sz="1200" dirty="0"/>
              <a:t> </a:t>
            </a:r>
            <a:r>
              <a:rPr lang="es-ES" sz="1200" dirty="0" err="1"/>
              <a:t>Bjorholm</a:t>
            </a:r>
            <a:r>
              <a:rPr lang="es-ES" sz="1200" dirty="0"/>
              <a:t> Dahl. A </a:t>
            </a:r>
            <a:r>
              <a:rPr lang="es-ES" sz="1200" dirty="0" err="1"/>
              <a:t>probabilistic</a:t>
            </a:r>
            <a:r>
              <a:rPr lang="es-ES" sz="1200" dirty="0"/>
              <a:t> </a:t>
            </a:r>
            <a:r>
              <a:rPr lang="es-ES" sz="1200" dirty="0" err="1"/>
              <a:t>framework</a:t>
            </a:r>
            <a:r>
              <a:rPr lang="es-ES" sz="1200" dirty="0"/>
              <a:t> </a:t>
            </a:r>
            <a:r>
              <a:rPr lang="es-ES" sz="1200" dirty="0" err="1"/>
              <a:t>for</a:t>
            </a:r>
            <a:r>
              <a:rPr lang="es-ES" sz="1200" dirty="0"/>
              <a:t> curve </a:t>
            </a:r>
            <a:r>
              <a:rPr lang="es-ES" sz="1200" dirty="0" err="1"/>
              <a:t>evolution</a:t>
            </a:r>
            <a:r>
              <a:rPr lang="es-ES" sz="1200" dirty="0"/>
              <a:t>. In </a:t>
            </a:r>
            <a:r>
              <a:rPr lang="es-ES" sz="1200" dirty="0" err="1"/>
              <a:t>Scale</a:t>
            </a:r>
            <a:r>
              <a:rPr lang="es-ES" sz="1200" dirty="0"/>
              <a:t> </a:t>
            </a:r>
            <a:r>
              <a:rPr lang="es-ES" sz="1200" dirty="0" err="1"/>
              <a:t>Space</a:t>
            </a:r>
            <a:r>
              <a:rPr lang="es-ES" sz="1200" dirty="0"/>
              <a:t> and </a:t>
            </a:r>
            <a:r>
              <a:rPr lang="es-ES" sz="1200" dirty="0" err="1"/>
              <a:t>Variational</a:t>
            </a:r>
            <a:r>
              <a:rPr lang="es-ES" sz="1200" dirty="0"/>
              <a:t> </a:t>
            </a:r>
            <a:r>
              <a:rPr lang="es-ES" sz="1200" dirty="0" err="1"/>
              <a:t>Methods</a:t>
            </a:r>
            <a:r>
              <a:rPr lang="es-ES" sz="1200" dirty="0"/>
              <a:t> in </a:t>
            </a:r>
            <a:r>
              <a:rPr lang="es-ES" sz="1200" dirty="0" err="1"/>
              <a:t>Computer</a:t>
            </a:r>
            <a:r>
              <a:rPr lang="es-ES" sz="1200" dirty="0"/>
              <a:t> </a:t>
            </a:r>
            <a:r>
              <a:rPr lang="es-ES" sz="1200" dirty="0" err="1"/>
              <a:t>Vision</a:t>
            </a:r>
            <a:r>
              <a:rPr lang="es-ES" sz="1200" dirty="0"/>
              <a:t>, </a:t>
            </a:r>
            <a:r>
              <a:rPr lang="es-ES" sz="1200" dirty="0" err="1"/>
              <a:t>pages</a:t>
            </a:r>
            <a:r>
              <a:rPr lang="es-ES" sz="1200" dirty="0"/>
              <a:t> 421–32. Springer, 2017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63D5454-F736-4076-8ABB-82ADA042DD90}"/>
              </a:ext>
            </a:extLst>
          </p:cNvPr>
          <p:cNvSpPr txBox="1"/>
          <p:nvPr/>
        </p:nvSpPr>
        <p:spPr>
          <a:xfrm>
            <a:off x="1486694" y="5301209"/>
            <a:ext cx="338437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432"/>
              </a:spcBef>
            </a:pPr>
            <a:r>
              <a:rPr lang="es-ES" sz="1800" dirty="0" err="1">
                <a:latin typeface="+mn-lt"/>
              </a:rPr>
              <a:t>Intensity</a:t>
            </a:r>
            <a:r>
              <a:rPr lang="es-ES" sz="1800" dirty="0">
                <a:latin typeface="+mn-lt"/>
              </a:rPr>
              <a:t> </a:t>
            </a:r>
            <a:r>
              <a:rPr lang="es-ES" sz="1800" dirty="0" err="1">
                <a:latin typeface="+mn-lt"/>
              </a:rPr>
              <a:t>distribution</a:t>
            </a:r>
            <a:r>
              <a:rPr lang="es-ES" sz="1800" dirty="0">
                <a:latin typeface="+mn-lt"/>
              </a:rPr>
              <a:t> </a:t>
            </a:r>
            <a:r>
              <a:rPr lang="es-ES" sz="1800" dirty="0" err="1">
                <a:latin typeface="+mn-lt"/>
              </a:rPr>
              <a:t>approach</a:t>
            </a:r>
            <a:endParaRPr lang="es-ES" sz="1800" dirty="0">
              <a:latin typeface="+mn-lt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EE8C5AD-EC58-49CB-92FB-5BAC057E5EB7}"/>
              </a:ext>
            </a:extLst>
          </p:cNvPr>
          <p:cNvSpPr txBox="1"/>
          <p:nvPr/>
        </p:nvSpPr>
        <p:spPr>
          <a:xfrm>
            <a:off x="7324504" y="5301208"/>
            <a:ext cx="338437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432"/>
              </a:spcBef>
            </a:pPr>
            <a:r>
              <a:rPr lang="es-ES" sz="1800" dirty="0" err="1">
                <a:latin typeface="+mn-lt"/>
              </a:rPr>
              <a:t>Patch-based</a:t>
            </a:r>
            <a:r>
              <a:rPr lang="es-ES" sz="1800" dirty="0">
                <a:latin typeface="+mn-lt"/>
              </a:rPr>
              <a:t> </a:t>
            </a:r>
            <a:r>
              <a:rPr lang="es-ES" sz="1800" dirty="0" err="1">
                <a:latin typeface="+mn-lt"/>
              </a:rPr>
              <a:t>approach</a:t>
            </a:r>
            <a:endParaRPr lang="es-ES" sz="1800" dirty="0">
              <a:latin typeface="+mn-lt"/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35E076F-2AAF-465E-BA61-E25E736D343D}"/>
              </a:ext>
            </a:extLst>
          </p:cNvPr>
          <p:cNvCxnSpPr/>
          <p:nvPr/>
        </p:nvCxnSpPr>
        <p:spPr bwMode="auto">
          <a:xfrm>
            <a:off x="190550" y="5085184"/>
            <a:ext cx="5762260" cy="0"/>
          </a:xfrm>
          <a:prstGeom prst="lin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8EE5FA2E-81CD-4F57-8033-7F50109ADB41}"/>
              </a:ext>
            </a:extLst>
          </p:cNvPr>
          <p:cNvCxnSpPr/>
          <p:nvPr/>
        </p:nvCxnSpPr>
        <p:spPr bwMode="auto">
          <a:xfrm>
            <a:off x="6311230" y="5085184"/>
            <a:ext cx="5762260" cy="0"/>
          </a:xfrm>
          <a:prstGeom prst="lin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235931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B9D89-4678-4B3C-8679-3E429EFBB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654" y="545441"/>
            <a:ext cx="9312374" cy="426213"/>
          </a:xfrm>
        </p:spPr>
        <p:txBody>
          <a:bodyPr/>
          <a:lstStyle/>
          <a:p>
            <a:r>
              <a:rPr lang="en-GB" dirty="0"/>
              <a:t>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A5890CD-8F90-4FE7-841F-F7B0C2865B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8582" y="1196752"/>
                <a:ext cx="10883852" cy="2376264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" b="1" dirty="0"/>
                  <a:t>Basic idea </a:t>
                </a:r>
                <a:r>
                  <a:rPr lang="es-ES" dirty="0"/>
                  <a:t>– </a:t>
                </a:r>
                <a:r>
                  <a:rPr lang="es-ES" dirty="0" err="1"/>
                  <a:t>Iterative</a:t>
                </a:r>
                <a:r>
                  <a:rPr lang="es-ES" dirty="0"/>
                  <a:t> </a:t>
                </a:r>
                <a:r>
                  <a:rPr lang="es-ES" dirty="0" err="1"/>
                  <a:t>process</a:t>
                </a:r>
                <a:r>
                  <a:rPr lang="es-ES" dirty="0"/>
                  <a:t> </a:t>
                </a:r>
                <a:r>
                  <a:rPr lang="es-ES" dirty="0" err="1"/>
                  <a:t>that</a:t>
                </a:r>
                <a:r>
                  <a:rPr lang="es-ES" dirty="0"/>
                  <a:t> can be </a:t>
                </a:r>
                <a:r>
                  <a:rPr lang="es-ES" dirty="0" err="1"/>
                  <a:t>implemented</a:t>
                </a:r>
                <a:r>
                  <a:rPr lang="es-ES" dirty="0"/>
                  <a:t> in </a:t>
                </a:r>
                <a:r>
                  <a:rPr lang="es-ES" dirty="0" err="1"/>
                  <a:t>terms</a:t>
                </a:r>
                <a:r>
                  <a:rPr lang="es-ES" dirty="0"/>
                  <a:t> </a:t>
                </a:r>
                <a:r>
                  <a:rPr lang="es-ES" dirty="0" err="1"/>
                  <a:t>of</a:t>
                </a:r>
                <a:r>
                  <a:rPr lang="es-ES" dirty="0"/>
                  <a:t> linear </a:t>
                </a:r>
                <a:r>
                  <a:rPr lang="es-ES" dirty="0" err="1"/>
                  <a:t>mapping</a:t>
                </a:r>
                <a:endParaRPr lang="es-ES" dirty="0"/>
              </a:p>
              <a:p>
                <a:pPr lvl="1">
                  <a:lnSpc>
                    <a:spcPct val="150000"/>
                  </a:lnSpc>
                </a:pPr>
                <a:r>
                  <a:rPr lang="es-ES" dirty="0" err="1"/>
                  <a:t>We</a:t>
                </a:r>
                <a:r>
                  <a:rPr lang="es-ES" dirty="0"/>
                  <a:t> </a:t>
                </a:r>
                <a:r>
                  <a:rPr lang="es-ES" dirty="0" err="1"/>
                  <a:t>have</a:t>
                </a:r>
                <a:r>
                  <a:rPr lang="es-ES" dirty="0"/>
                  <a:t> </a:t>
                </a:r>
                <a:r>
                  <a:rPr lang="es-ES" dirty="0" err="1"/>
                  <a:t>an</a:t>
                </a:r>
                <a:r>
                  <a:rPr lang="es-ES" dirty="0"/>
                  <a:t> </a:t>
                </a:r>
                <a:r>
                  <a:rPr lang="es-ES" dirty="0" err="1"/>
                  <a:t>arbitrary</a:t>
                </a:r>
                <a:r>
                  <a:rPr lang="es-ES" dirty="0"/>
                  <a:t> curve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s-ES" dirty="0"/>
                  <a:t>, </a:t>
                </a:r>
                <a:r>
                  <a:rPr lang="es-ES" dirty="0" err="1"/>
                  <a:t>which</a:t>
                </a:r>
                <a:r>
                  <a:rPr lang="es-ES" dirty="0"/>
                  <a:t> </a:t>
                </a:r>
                <a:r>
                  <a:rPr lang="es-ES" dirty="0" err="1"/>
                  <a:t>separates</a:t>
                </a:r>
                <a:r>
                  <a:rPr lang="es-ES" dirty="0"/>
                  <a:t> </a:t>
                </a:r>
                <a:r>
                  <a:rPr lang="es-ES" dirty="0" err="1"/>
                  <a:t>an</a:t>
                </a:r>
                <a:r>
                  <a:rPr lang="es-ES" dirty="0"/>
                  <a:t> </a:t>
                </a:r>
                <a:r>
                  <a:rPr lang="es-ES" dirty="0" err="1"/>
                  <a:t>inner</a:t>
                </a:r>
                <a:r>
                  <a:rPr lang="es-ES" dirty="0"/>
                  <a:t> and </a:t>
                </a:r>
                <a:r>
                  <a:rPr lang="es-ES" dirty="0" err="1"/>
                  <a:t>outer</a:t>
                </a:r>
                <a:r>
                  <a:rPr lang="es-ES" dirty="0"/>
                  <a:t> </a:t>
                </a:r>
                <a:r>
                  <a:rPr lang="es-ES" dirty="0" err="1"/>
                  <a:t>region</a:t>
                </a:r>
                <a:r>
                  <a:rPr lang="es-ES" dirty="0"/>
                  <a:t> in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image</a:t>
                </a:r>
                <a:r>
                  <a:rPr lang="es-ES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" dirty="0" err="1"/>
                  <a:t>We</a:t>
                </a:r>
                <a:r>
                  <a:rPr lang="es-ES" dirty="0"/>
                  <a:t> compute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normalized</a:t>
                </a:r>
                <a:r>
                  <a:rPr lang="es-ES" dirty="0"/>
                  <a:t> </a:t>
                </a:r>
                <a:r>
                  <a:rPr lang="es-ES" dirty="0" err="1"/>
                  <a:t>histogram</a:t>
                </a:r>
                <a:r>
                  <a:rPr lang="es-ES" dirty="0"/>
                  <a:t> (</a:t>
                </a:r>
                <a:r>
                  <a:rPr lang="es-ES" dirty="0" err="1"/>
                  <a:t>of</a:t>
                </a:r>
                <a:r>
                  <a:rPr lang="es-ES" dirty="0"/>
                  <a:t> </a:t>
                </a:r>
                <a:r>
                  <a:rPr lang="es-ES" dirty="0" err="1"/>
                  <a:t>intensities</a:t>
                </a:r>
                <a:r>
                  <a:rPr lang="es-ES" dirty="0"/>
                  <a:t>/</a:t>
                </a:r>
                <a:r>
                  <a:rPr lang="es-ES" i="1" dirty="0" err="1"/>
                  <a:t>clusters</a:t>
                </a:r>
                <a:r>
                  <a:rPr lang="es-ES" i="1" dirty="0"/>
                  <a:t>*) </a:t>
                </a:r>
                <a:r>
                  <a:rPr lang="es-ES" dirty="0" err="1"/>
                  <a:t>of</a:t>
                </a:r>
                <a:r>
                  <a:rPr lang="es-ES" dirty="0"/>
                  <a:t>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dirty="0" err="1"/>
                  <a:t>outer</a:t>
                </a:r>
                <a:r>
                  <a:rPr lang="es-ES" dirty="0"/>
                  <a:t> and </a:t>
                </a:r>
                <a:r>
                  <a:rPr lang="es-ES" dirty="0" err="1"/>
                  <a:t>inner</a:t>
                </a:r>
                <a:r>
                  <a:rPr lang="es-ES" dirty="0"/>
                  <a:t> </a:t>
                </a:r>
                <a:r>
                  <a:rPr lang="es-ES" dirty="0" err="1"/>
                  <a:t>area</a:t>
                </a:r>
                <a:r>
                  <a:rPr lang="es-ES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" dirty="0"/>
                  <a:t>Compute </a:t>
                </a:r>
                <a:r>
                  <a:rPr lang="es-ES" dirty="0" err="1"/>
                  <a:t>the</a:t>
                </a:r>
                <a:r>
                  <a:rPr lang="es-ES" dirty="0"/>
                  <a:t> </a:t>
                </a:r>
                <a:r>
                  <a:rPr lang="es-ES" i="1" dirty="0" err="1"/>
                  <a:t>probability</a:t>
                </a:r>
                <a:r>
                  <a:rPr lang="es-ES" i="1" dirty="0"/>
                  <a:t> </a:t>
                </a:r>
                <a:r>
                  <a:rPr lang="es-ES" i="1" dirty="0" err="1"/>
                  <a:t>image</a:t>
                </a:r>
                <a:r>
                  <a:rPr lang="es-ES" i="1" dirty="0"/>
                  <a:t>: </a:t>
                </a:r>
                <a:r>
                  <a:rPr lang="es-ES" i="1" dirty="0" err="1"/>
                  <a:t>Probability</a:t>
                </a:r>
                <a:r>
                  <a:rPr lang="es-ES" i="1" dirty="0"/>
                  <a:t> </a:t>
                </a:r>
                <a:r>
                  <a:rPr lang="es-ES" i="1" dirty="0" err="1"/>
                  <a:t>of</a:t>
                </a:r>
                <a:r>
                  <a:rPr lang="es-ES" i="1" dirty="0"/>
                  <a:t> </a:t>
                </a:r>
                <a:r>
                  <a:rPr lang="es-ES" i="1" dirty="0" err="1"/>
                  <a:t>that</a:t>
                </a:r>
                <a:r>
                  <a:rPr lang="es-ES" i="1" dirty="0"/>
                  <a:t> pixel </a:t>
                </a:r>
                <a:r>
                  <a:rPr lang="es-ES" i="1" dirty="0" err="1"/>
                  <a:t>of</a:t>
                </a:r>
                <a:r>
                  <a:rPr lang="es-ES" i="1" dirty="0"/>
                  <a:t> </a:t>
                </a:r>
                <a:r>
                  <a:rPr lang="es-ES" i="1" dirty="0" err="1"/>
                  <a:t>being</a:t>
                </a:r>
                <a:r>
                  <a:rPr lang="es-ES" i="1" dirty="0"/>
                  <a:t> in </a:t>
                </a:r>
                <a:r>
                  <a:rPr lang="es-ES" i="1" dirty="0" err="1"/>
                  <a:t>the</a:t>
                </a:r>
                <a:r>
                  <a:rPr lang="es-ES" i="1" dirty="0"/>
                  <a:t> </a:t>
                </a:r>
                <a:r>
                  <a:rPr lang="es-ES" i="1" dirty="0" err="1"/>
                  <a:t>foreground</a:t>
                </a:r>
                <a:endParaRPr lang="es-ES" i="1" dirty="0"/>
              </a:p>
              <a:p>
                <a:pPr lvl="1">
                  <a:lnSpc>
                    <a:spcPct val="150000"/>
                  </a:lnSpc>
                </a:pPr>
                <a:r>
                  <a:rPr lang="es-ES" i="1" dirty="0" err="1"/>
                  <a:t>Evolve</a:t>
                </a:r>
                <a:r>
                  <a:rPr lang="es-ES" i="1" dirty="0"/>
                  <a:t> </a:t>
                </a:r>
                <a:r>
                  <a:rPr lang="es-ES" i="1" dirty="0" err="1"/>
                  <a:t>the</a:t>
                </a:r>
                <a:r>
                  <a:rPr lang="es-ES" i="1" dirty="0"/>
                  <a:t> curve </a:t>
                </a:r>
                <a:r>
                  <a:rPr lang="es-ES" i="1" dirty="0" err="1"/>
                  <a:t>according</a:t>
                </a:r>
                <a:r>
                  <a:rPr lang="es-ES" i="1" dirty="0"/>
                  <a:t> </a:t>
                </a:r>
                <a:r>
                  <a:rPr lang="es-ES" i="1" dirty="0" err="1"/>
                  <a:t>the</a:t>
                </a:r>
                <a:r>
                  <a:rPr lang="es-ES" i="1" dirty="0"/>
                  <a:t> </a:t>
                </a:r>
                <a:r>
                  <a:rPr lang="es-ES" i="1" dirty="0" err="1"/>
                  <a:t>probability</a:t>
                </a:r>
                <a:r>
                  <a:rPr lang="es-ES" i="1" dirty="0"/>
                  <a:t> </a:t>
                </a:r>
                <a:r>
                  <a:rPr lang="es-ES" i="1" dirty="0" err="1"/>
                  <a:t>image</a:t>
                </a:r>
                <a:r>
                  <a:rPr lang="es-ES" i="1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𝒆𝒙𝒕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s-ES" b="1" dirty="0"/>
              </a:p>
              <a:p>
                <a:pPr>
                  <a:lnSpc>
                    <a:spcPct val="150000"/>
                  </a:lnSpc>
                </a:pPr>
                <a:endParaRPr lang="en-GB" b="1" dirty="0"/>
              </a:p>
              <a:p>
                <a:pPr marL="216000" lvl="1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	 </a:t>
                </a: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A5890CD-8F90-4FE7-841F-F7B0C2865B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8582" y="1196752"/>
                <a:ext cx="10883852" cy="2376264"/>
              </a:xfrm>
              <a:blipFill>
                <a:blip r:embed="rId5"/>
                <a:stretch>
                  <a:fillRect l="-12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3" name="Imagen 2" descr="Gráfico, Histograma&#10;&#10;Descripción generada automáticamente">
            <a:extLst>
              <a:ext uri="{FF2B5EF4-FFF2-40B4-BE49-F238E27FC236}">
                <a16:creationId xmlns:a16="http://schemas.microsoft.com/office/drawing/2014/main" id="{7D108E30-5772-43BC-909B-2FC29B55C88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50"/>
          <a:stretch/>
        </p:blipFill>
        <p:spPr>
          <a:xfrm>
            <a:off x="17980" y="3413352"/>
            <a:ext cx="11447090" cy="3096344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7116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B9D89-4678-4B3C-8679-3E429EFBB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654" y="545441"/>
            <a:ext cx="9312374" cy="426213"/>
          </a:xfrm>
        </p:spPr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890CD-8F90-4FE7-841F-F7B0C2865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82" y="1082951"/>
            <a:ext cx="10883852" cy="86409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b="1" dirty="0" err="1"/>
              <a:t>Intensity-distribution</a:t>
            </a:r>
            <a:r>
              <a:rPr lang="es-ES" b="1" dirty="0"/>
              <a:t> vs </a:t>
            </a:r>
            <a:r>
              <a:rPr lang="es-ES" b="1" dirty="0" err="1"/>
              <a:t>Patch-based</a:t>
            </a:r>
            <a:endParaRPr lang="en-GB" b="1" dirty="0"/>
          </a:p>
          <a:p>
            <a:pPr marL="216000" lvl="1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	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14" name="Imagen 13" descr="Interfaz de usuario gráfica, Gráfico&#10;&#10;Descripción generada automáticamente">
            <a:extLst>
              <a:ext uri="{FF2B5EF4-FFF2-40B4-BE49-F238E27FC236}">
                <a16:creationId xmlns:a16="http://schemas.microsoft.com/office/drawing/2014/main" id="{B8D26EE6-CF42-4293-B464-D6FFBAB3F9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49" y="1700808"/>
            <a:ext cx="10133786" cy="3035086"/>
          </a:xfrm>
          <a:prstGeom prst="rect">
            <a:avLst/>
          </a:prstGeom>
        </p:spPr>
      </p:pic>
      <p:graphicFrame>
        <p:nvGraphicFramePr>
          <p:cNvPr id="15" name="Tabla 15">
            <a:extLst>
              <a:ext uri="{FF2B5EF4-FFF2-40B4-BE49-F238E27FC236}">
                <a16:creationId xmlns:a16="http://schemas.microsoft.com/office/drawing/2014/main" id="{5C8D17E6-1807-41A7-9A73-BDC3B8032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777176"/>
              </p:ext>
            </p:extLst>
          </p:nvPr>
        </p:nvGraphicFramePr>
        <p:xfrm>
          <a:off x="740291" y="5010192"/>
          <a:ext cx="10133787" cy="125117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377929">
                  <a:extLst>
                    <a:ext uri="{9D8B030D-6E8A-4147-A177-3AD203B41FA5}">
                      <a16:colId xmlns:a16="http://schemas.microsoft.com/office/drawing/2014/main" val="4153623229"/>
                    </a:ext>
                  </a:extLst>
                </a:gridCol>
                <a:gridCol w="3657513">
                  <a:extLst>
                    <a:ext uri="{9D8B030D-6E8A-4147-A177-3AD203B41FA5}">
                      <a16:colId xmlns:a16="http://schemas.microsoft.com/office/drawing/2014/main" val="856843140"/>
                    </a:ext>
                  </a:extLst>
                </a:gridCol>
                <a:gridCol w="3098345">
                  <a:extLst>
                    <a:ext uri="{9D8B030D-6E8A-4147-A177-3AD203B41FA5}">
                      <a16:colId xmlns:a16="http://schemas.microsoft.com/office/drawing/2014/main" val="2855865814"/>
                    </a:ext>
                  </a:extLst>
                </a:gridCol>
              </a:tblGrid>
              <a:tr h="315459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Regularization</a:t>
                      </a:r>
                      <a:r>
                        <a:rPr lang="es-ES" sz="1400" b="1" dirty="0"/>
                        <a:t> </a:t>
                      </a:r>
                      <a:r>
                        <a:rPr lang="el-GR" sz="1400" b="1" dirty="0"/>
                        <a:t>α</a:t>
                      </a:r>
                      <a:endParaRPr lang="es-E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853173"/>
                  </a:ext>
                </a:extLst>
              </a:tr>
              <a:tr h="3154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dirty="0" err="1"/>
                        <a:t>Regularization</a:t>
                      </a:r>
                      <a:r>
                        <a:rPr lang="es-ES" sz="1400" b="1" dirty="0"/>
                        <a:t> </a:t>
                      </a:r>
                      <a:r>
                        <a:rPr lang="el-GR" sz="1400" b="1" dirty="0"/>
                        <a:t>β</a:t>
                      </a:r>
                      <a:endParaRPr lang="es-E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918673"/>
                  </a:ext>
                </a:extLst>
              </a:tr>
              <a:tr h="315459">
                <a:tc>
                  <a:txBody>
                    <a:bodyPr/>
                    <a:lstStyle/>
                    <a:p>
                      <a:r>
                        <a:rPr lang="es-ES" sz="1400" b="1" dirty="0"/>
                        <a:t>Step </a:t>
                      </a:r>
                      <a:r>
                        <a:rPr lang="es-ES" sz="1400" b="1" dirty="0" err="1"/>
                        <a:t>size</a:t>
                      </a:r>
                      <a:endParaRPr lang="es-E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909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sz="1400" b="1" dirty="0"/>
                        <a:t>N. </a:t>
                      </a:r>
                      <a:r>
                        <a:rPr lang="es-ES" sz="1400" b="1" dirty="0" err="1"/>
                        <a:t>Dictionary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entries</a:t>
                      </a:r>
                      <a:endParaRPr lang="es-E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020043"/>
                  </a:ext>
                </a:extLst>
              </a:tr>
            </a:tbl>
          </a:graphicData>
        </a:graphic>
      </p:graphicFrame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88886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B9D89-4678-4B3C-8679-3E429EFBB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654" y="545441"/>
            <a:ext cx="9312374" cy="426213"/>
          </a:xfrm>
        </p:spPr>
        <p:txBody>
          <a:bodyPr/>
          <a:lstStyle/>
          <a:p>
            <a:r>
              <a:rPr lang="en-GB" dirty="0"/>
              <a:t>Results: </a:t>
            </a:r>
            <a:r>
              <a:rPr lang="es-ES" b="1" dirty="0" err="1"/>
              <a:t>Patch-based</a:t>
            </a:r>
            <a:r>
              <a:rPr lang="es-ES" b="1" dirty="0"/>
              <a:t> </a:t>
            </a:r>
            <a:r>
              <a:rPr lang="es-ES" b="1" dirty="0" err="1"/>
              <a:t>methods</a:t>
            </a:r>
            <a:r>
              <a:rPr lang="es-ES" b="1" dirty="0"/>
              <a:t> in natural </a:t>
            </a:r>
            <a:r>
              <a:rPr lang="es-ES" b="1" dirty="0" err="1"/>
              <a:t>images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890CD-8F90-4FE7-841F-F7B0C2865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82" y="1082951"/>
            <a:ext cx="10883852" cy="456406"/>
          </a:xfrm>
        </p:spPr>
        <p:txBody>
          <a:bodyPr/>
          <a:lstStyle/>
          <a:p>
            <a:pPr marL="216000" lvl="1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	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2BF79A2-7E7D-406D-B622-1E6273849BB1}"/>
              </a:ext>
            </a:extLst>
          </p:cNvPr>
          <p:cNvGrpSpPr/>
          <p:nvPr/>
        </p:nvGrpSpPr>
        <p:grpSpPr>
          <a:xfrm>
            <a:off x="0" y="1174707"/>
            <a:ext cx="12936517" cy="2193810"/>
            <a:chOff x="112001" y="1556529"/>
            <a:chExt cx="13627859" cy="2429344"/>
          </a:xfrm>
        </p:grpSpPr>
        <p:pic>
          <p:nvPicPr>
            <p:cNvPr id="18" name="Imagen 17" descr="Interfaz de usuario gráfica&#10;&#10;Descripción generada automáticamente con confianza baja">
              <a:extLst>
                <a:ext uri="{FF2B5EF4-FFF2-40B4-BE49-F238E27FC236}">
                  <a16:creationId xmlns:a16="http://schemas.microsoft.com/office/drawing/2014/main" id="{00D1DB07-3335-4F9E-87DD-DCC34EF0CC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10" b="32274"/>
            <a:stretch/>
          </p:blipFill>
          <p:spPr>
            <a:xfrm>
              <a:off x="2158436" y="1746008"/>
              <a:ext cx="11581424" cy="2050388"/>
            </a:xfrm>
            <a:prstGeom prst="rect">
              <a:avLst/>
            </a:prstGeom>
          </p:spPr>
        </p:pic>
        <p:pic>
          <p:nvPicPr>
            <p:cNvPr id="3" name="Imagen 2" descr="Imagen que contiene Diagrama&#10;&#10;Descripción generada automáticamente">
              <a:extLst>
                <a:ext uri="{FF2B5EF4-FFF2-40B4-BE49-F238E27FC236}">
                  <a16:creationId xmlns:a16="http://schemas.microsoft.com/office/drawing/2014/main" id="{9613C2E0-0F7B-4429-BA33-E13D25CEB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01" y="1556529"/>
              <a:ext cx="3240360" cy="2429344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1A4A1F77-2697-4329-98A0-D49C0968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0406" y="1862900"/>
              <a:ext cx="2503254" cy="1674972"/>
            </a:xfrm>
            <a:prstGeom prst="rect">
              <a:avLst/>
            </a:prstGeom>
          </p:spPr>
        </p:pic>
      </p:grpSp>
      <p:graphicFrame>
        <p:nvGraphicFramePr>
          <p:cNvPr id="20" name="Tabla 15">
            <a:extLst>
              <a:ext uri="{FF2B5EF4-FFF2-40B4-BE49-F238E27FC236}">
                <a16:creationId xmlns:a16="http://schemas.microsoft.com/office/drawing/2014/main" id="{C3C1595A-9E39-4BB0-9C12-ACACDA1C5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652364"/>
              </p:ext>
            </p:extLst>
          </p:nvPr>
        </p:nvGraphicFramePr>
        <p:xfrm>
          <a:off x="1017310" y="3293127"/>
          <a:ext cx="10155792" cy="4131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4153623229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856843140"/>
                    </a:ext>
                  </a:extLst>
                </a:gridCol>
                <a:gridCol w="663489">
                  <a:extLst>
                    <a:ext uri="{9D8B030D-6E8A-4147-A177-3AD203B41FA5}">
                      <a16:colId xmlns:a16="http://schemas.microsoft.com/office/drawing/2014/main" val="2855865814"/>
                    </a:ext>
                  </a:extLst>
                </a:gridCol>
                <a:gridCol w="663489">
                  <a:extLst>
                    <a:ext uri="{9D8B030D-6E8A-4147-A177-3AD203B41FA5}">
                      <a16:colId xmlns:a16="http://schemas.microsoft.com/office/drawing/2014/main" val="1481009493"/>
                    </a:ext>
                  </a:extLst>
                </a:gridCol>
                <a:gridCol w="663489">
                  <a:extLst>
                    <a:ext uri="{9D8B030D-6E8A-4147-A177-3AD203B41FA5}">
                      <a16:colId xmlns:a16="http://schemas.microsoft.com/office/drawing/2014/main" val="877584392"/>
                    </a:ext>
                  </a:extLst>
                </a:gridCol>
                <a:gridCol w="663489">
                  <a:extLst>
                    <a:ext uri="{9D8B030D-6E8A-4147-A177-3AD203B41FA5}">
                      <a16:colId xmlns:a16="http://schemas.microsoft.com/office/drawing/2014/main" val="3877743968"/>
                    </a:ext>
                  </a:extLst>
                </a:gridCol>
                <a:gridCol w="1011363">
                  <a:extLst>
                    <a:ext uri="{9D8B030D-6E8A-4147-A177-3AD203B41FA5}">
                      <a16:colId xmlns:a16="http://schemas.microsoft.com/office/drawing/2014/main" val="703807711"/>
                    </a:ext>
                  </a:extLst>
                </a:gridCol>
                <a:gridCol w="1011363">
                  <a:extLst>
                    <a:ext uri="{9D8B030D-6E8A-4147-A177-3AD203B41FA5}">
                      <a16:colId xmlns:a16="http://schemas.microsoft.com/office/drawing/2014/main" val="2392679880"/>
                    </a:ext>
                  </a:extLst>
                </a:gridCol>
                <a:gridCol w="1011363">
                  <a:extLst>
                    <a:ext uri="{9D8B030D-6E8A-4147-A177-3AD203B41FA5}">
                      <a16:colId xmlns:a16="http://schemas.microsoft.com/office/drawing/2014/main" val="3431757565"/>
                    </a:ext>
                  </a:extLst>
                </a:gridCol>
                <a:gridCol w="1011363">
                  <a:extLst>
                    <a:ext uri="{9D8B030D-6E8A-4147-A177-3AD203B41FA5}">
                      <a16:colId xmlns:a16="http://schemas.microsoft.com/office/drawing/2014/main" val="3928986948"/>
                    </a:ext>
                  </a:extLst>
                </a:gridCol>
              </a:tblGrid>
              <a:tr h="413198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Image</a:t>
                      </a:r>
                      <a:endParaRPr lang="es-E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0" dirty="0" err="1"/>
                        <a:t>R_channel</a:t>
                      </a:r>
                      <a:r>
                        <a:rPr lang="es-ES" sz="1400" b="0" dirty="0"/>
                        <a:t> – 0.2 · </a:t>
                      </a:r>
                      <a:r>
                        <a:rPr lang="es-ES" sz="1400" b="0" dirty="0" err="1"/>
                        <a:t>G_channel</a:t>
                      </a:r>
                      <a:endParaRPr lang="es-E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1" dirty="0"/>
                        <a:t>α</a:t>
                      </a:r>
                      <a:endParaRPr lang="es-E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l-GR" sz="1400" b="1" dirty="0"/>
                        <a:t>β</a:t>
                      </a:r>
                      <a:endParaRPr lang="es-E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Step </a:t>
                      </a:r>
                      <a:r>
                        <a:rPr lang="es-ES" sz="1400" b="1" dirty="0" err="1"/>
                        <a:t>size</a:t>
                      </a:r>
                      <a:endParaRPr lang="es-E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Dict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size</a:t>
                      </a:r>
                      <a:endParaRPr lang="es-E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170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853173"/>
                  </a:ext>
                </a:extLst>
              </a:tr>
            </a:tbl>
          </a:graphicData>
        </a:graphic>
      </p:graphicFrame>
      <p:graphicFrame>
        <p:nvGraphicFramePr>
          <p:cNvPr id="23" name="Tabla 15">
            <a:extLst>
              <a:ext uri="{FF2B5EF4-FFF2-40B4-BE49-F238E27FC236}">
                <a16:creationId xmlns:a16="http://schemas.microsoft.com/office/drawing/2014/main" id="{DDE18F8F-AC5F-4361-9B40-6FC22C1CC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816967"/>
              </p:ext>
            </p:extLst>
          </p:nvPr>
        </p:nvGraphicFramePr>
        <p:xfrm>
          <a:off x="1023784" y="5956488"/>
          <a:ext cx="10155792" cy="4131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4153623229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856843140"/>
                    </a:ext>
                  </a:extLst>
                </a:gridCol>
                <a:gridCol w="663489">
                  <a:extLst>
                    <a:ext uri="{9D8B030D-6E8A-4147-A177-3AD203B41FA5}">
                      <a16:colId xmlns:a16="http://schemas.microsoft.com/office/drawing/2014/main" val="2855865814"/>
                    </a:ext>
                  </a:extLst>
                </a:gridCol>
                <a:gridCol w="663489">
                  <a:extLst>
                    <a:ext uri="{9D8B030D-6E8A-4147-A177-3AD203B41FA5}">
                      <a16:colId xmlns:a16="http://schemas.microsoft.com/office/drawing/2014/main" val="1481009493"/>
                    </a:ext>
                  </a:extLst>
                </a:gridCol>
                <a:gridCol w="663489">
                  <a:extLst>
                    <a:ext uri="{9D8B030D-6E8A-4147-A177-3AD203B41FA5}">
                      <a16:colId xmlns:a16="http://schemas.microsoft.com/office/drawing/2014/main" val="877584392"/>
                    </a:ext>
                  </a:extLst>
                </a:gridCol>
                <a:gridCol w="663489">
                  <a:extLst>
                    <a:ext uri="{9D8B030D-6E8A-4147-A177-3AD203B41FA5}">
                      <a16:colId xmlns:a16="http://schemas.microsoft.com/office/drawing/2014/main" val="3877743968"/>
                    </a:ext>
                  </a:extLst>
                </a:gridCol>
                <a:gridCol w="1011363">
                  <a:extLst>
                    <a:ext uri="{9D8B030D-6E8A-4147-A177-3AD203B41FA5}">
                      <a16:colId xmlns:a16="http://schemas.microsoft.com/office/drawing/2014/main" val="703807711"/>
                    </a:ext>
                  </a:extLst>
                </a:gridCol>
                <a:gridCol w="1011363">
                  <a:extLst>
                    <a:ext uri="{9D8B030D-6E8A-4147-A177-3AD203B41FA5}">
                      <a16:colId xmlns:a16="http://schemas.microsoft.com/office/drawing/2014/main" val="2392679880"/>
                    </a:ext>
                  </a:extLst>
                </a:gridCol>
                <a:gridCol w="1011363">
                  <a:extLst>
                    <a:ext uri="{9D8B030D-6E8A-4147-A177-3AD203B41FA5}">
                      <a16:colId xmlns:a16="http://schemas.microsoft.com/office/drawing/2014/main" val="3431757565"/>
                    </a:ext>
                  </a:extLst>
                </a:gridCol>
                <a:gridCol w="1011363">
                  <a:extLst>
                    <a:ext uri="{9D8B030D-6E8A-4147-A177-3AD203B41FA5}">
                      <a16:colId xmlns:a16="http://schemas.microsoft.com/office/drawing/2014/main" val="3928986948"/>
                    </a:ext>
                  </a:extLst>
                </a:gridCol>
              </a:tblGrid>
              <a:tr h="413198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Image</a:t>
                      </a:r>
                      <a:endParaRPr lang="es-E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RGB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1" dirty="0"/>
                        <a:t>α</a:t>
                      </a:r>
                      <a:endParaRPr lang="es-E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l-GR" sz="1400" b="1" dirty="0"/>
                        <a:t>β</a:t>
                      </a:r>
                      <a:endParaRPr lang="es-E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0.005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Step </a:t>
                      </a:r>
                      <a:r>
                        <a:rPr lang="es-ES" sz="1400" b="1" dirty="0" err="1"/>
                        <a:t>size</a:t>
                      </a:r>
                      <a:endParaRPr lang="es-E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Dict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size</a:t>
                      </a:r>
                      <a:endParaRPr lang="es-E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853173"/>
                  </a:ext>
                </a:extLst>
              </a:tr>
            </a:tbl>
          </a:graphicData>
        </a:graphic>
      </p:graphicFrame>
      <p:pic>
        <p:nvPicPr>
          <p:cNvPr id="22" name="Imagen 21" descr="Gráfico&#10;&#10;Descripción generada automáticamente con confianza baja">
            <a:extLst>
              <a:ext uri="{FF2B5EF4-FFF2-40B4-BE49-F238E27FC236}">
                <a16:creationId xmlns:a16="http://schemas.microsoft.com/office/drawing/2014/main" id="{028AFDE9-447E-483D-8737-679ED38475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902" y="3953636"/>
            <a:ext cx="8724164" cy="1831338"/>
          </a:xfrm>
          <a:prstGeom prst="rect">
            <a:avLst/>
          </a:prstGeom>
        </p:spPr>
      </p:pic>
      <p:pic>
        <p:nvPicPr>
          <p:cNvPr id="28" name="Imagen 27" descr="Flor de color rojo&#10;&#10;Descripción generada automáticamente">
            <a:extLst>
              <a:ext uri="{FF2B5EF4-FFF2-40B4-BE49-F238E27FC236}">
                <a16:creationId xmlns:a16="http://schemas.microsoft.com/office/drawing/2014/main" id="{9797535F-A80A-4F38-9ACA-861F1D3D8EF1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8" y="3715577"/>
            <a:ext cx="3075976" cy="2306103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287953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B9D89-4678-4B3C-8679-3E429EFBB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654" y="545441"/>
            <a:ext cx="9312374" cy="426213"/>
          </a:xfrm>
        </p:spPr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890CD-8F90-4FE7-841F-F7B0C2865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82" y="1082951"/>
            <a:ext cx="10883852" cy="86409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b="1" dirty="0" err="1"/>
              <a:t>Multiple</a:t>
            </a:r>
            <a:r>
              <a:rPr lang="es-ES" b="1" dirty="0"/>
              <a:t> </a:t>
            </a:r>
            <a:r>
              <a:rPr lang="es-ES" b="1" dirty="0" err="1"/>
              <a:t>patch-scales</a:t>
            </a:r>
            <a:r>
              <a:rPr lang="es-ES" b="1" dirty="0"/>
              <a:t> </a:t>
            </a:r>
            <a:r>
              <a:rPr lang="es-ES" b="1" dirty="0" err="1"/>
              <a:t>combination</a:t>
            </a:r>
            <a:endParaRPr lang="en-GB" b="1" dirty="0"/>
          </a:p>
          <a:p>
            <a:pPr marL="216000" lvl="1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	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3" name="Imagen 2" descr="Gráfico&#10;&#10;Descripción generada automáticamente">
            <a:extLst>
              <a:ext uri="{FF2B5EF4-FFF2-40B4-BE49-F238E27FC236}">
                <a16:creationId xmlns:a16="http://schemas.microsoft.com/office/drawing/2014/main" id="{A4296CEA-93E1-41B1-A1E9-F51002A3F9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82" y="2492896"/>
            <a:ext cx="11622048" cy="2286005"/>
          </a:xfrm>
          <a:prstGeom prst="rect">
            <a:avLst/>
          </a:prstGeom>
        </p:spPr>
      </p:pic>
      <p:graphicFrame>
        <p:nvGraphicFramePr>
          <p:cNvPr id="7" name="Tabla 15">
            <a:extLst>
              <a:ext uri="{FF2B5EF4-FFF2-40B4-BE49-F238E27FC236}">
                <a16:creationId xmlns:a16="http://schemas.microsoft.com/office/drawing/2014/main" id="{3AE84AB8-9837-4813-A46D-492286486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130743"/>
              </p:ext>
            </p:extLst>
          </p:nvPr>
        </p:nvGraphicFramePr>
        <p:xfrm>
          <a:off x="4818099" y="5058137"/>
          <a:ext cx="2554213" cy="4131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49115">
                  <a:extLst>
                    <a:ext uri="{9D8B030D-6E8A-4147-A177-3AD203B41FA5}">
                      <a16:colId xmlns:a16="http://schemas.microsoft.com/office/drawing/2014/main" val="3431757565"/>
                    </a:ext>
                  </a:extLst>
                </a:gridCol>
                <a:gridCol w="1205098">
                  <a:extLst>
                    <a:ext uri="{9D8B030D-6E8A-4147-A177-3AD203B41FA5}">
                      <a16:colId xmlns:a16="http://schemas.microsoft.com/office/drawing/2014/main" val="3928986948"/>
                    </a:ext>
                  </a:extLst>
                </a:gridCol>
              </a:tblGrid>
              <a:tr h="413198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Patches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size</a:t>
                      </a:r>
                      <a:endParaRPr lang="es-E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7x7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853173"/>
                  </a:ext>
                </a:extLst>
              </a:tr>
            </a:tbl>
          </a:graphicData>
        </a:graphic>
      </p:graphicFrame>
      <p:graphicFrame>
        <p:nvGraphicFramePr>
          <p:cNvPr id="8" name="Tabla 15">
            <a:extLst>
              <a:ext uri="{FF2B5EF4-FFF2-40B4-BE49-F238E27FC236}">
                <a16:creationId xmlns:a16="http://schemas.microsoft.com/office/drawing/2014/main" id="{DE940718-5738-4602-BE17-4A2D7FB2A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88877"/>
              </p:ext>
            </p:extLst>
          </p:nvPr>
        </p:nvGraphicFramePr>
        <p:xfrm>
          <a:off x="8952237" y="5058137"/>
          <a:ext cx="2554213" cy="4131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49115">
                  <a:extLst>
                    <a:ext uri="{9D8B030D-6E8A-4147-A177-3AD203B41FA5}">
                      <a16:colId xmlns:a16="http://schemas.microsoft.com/office/drawing/2014/main" val="3431757565"/>
                    </a:ext>
                  </a:extLst>
                </a:gridCol>
                <a:gridCol w="1205098">
                  <a:extLst>
                    <a:ext uri="{9D8B030D-6E8A-4147-A177-3AD203B41FA5}">
                      <a16:colId xmlns:a16="http://schemas.microsoft.com/office/drawing/2014/main" val="3928986948"/>
                    </a:ext>
                  </a:extLst>
                </a:gridCol>
              </a:tblGrid>
              <a:tr h="413198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Patches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size</a:t>
                      </a:r>
                      <a:endParaRPr lang="es-E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5x5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853173"/>
                  </a:ext>
                </a:extLst>
              </a:tr>
            </a:tbl>
          </a:graphicData>
        </a:graphic>
      </p:graphicFrame>
      <p:graphicFrame>
        <p:nvGraphicFramePr>
          <p:cNvPr id="9" name="Tabla 15">
            <a:extLst>
              <a:ext uri="{FF2B5EF4-FFF2-40B4-BE49-F238E27FC236}">
                <a16:creationId xmlns:a16="http://schemas.microsoft.com/office/drawing/2014/main" id="{6D257DA4-3D6D-48A7-B029-2F5E652C3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918247"/>
              </p:ext>
            </p:extLst>
          </p:nvPr>
        </p:nvGraphicFramePr>
        <p:xfrm>
          <a:off x="8952237" y="5543972"/>
          <a:ext cx="2554213" cy="4131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49115">
                  <a:extLst>
                    <a:ext uri="{9D8B030D-6E8A-4147-A177-3AD203B41FA5}">
                      <a16:colId xmlns:a16="http://schemas.microsoft.com/office/drawing/2014/main" val="3431757565"/>
                    </a:ext>
                  </a:extLst>
                </a:gridCol>
                <a:gridCol w="1205098">
                  <a:extLst>
                    <a:ext uri="{9D8B030D-6E8A-4147-A177-3AD203B41FA5}">
                      <a16:colId xmlns:a16="http://schemas.microsoft.com/office/drawing/2014/main" val="3928986948"/>
                    </a:ext>
                  </a:extLst>
                </a:gridCol>
              </a:tblGrid>
              <a:tr h="413198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Patches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size</a:t>
                      </a:r>
                      <a:endParaRPr lang="es-E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b="0" dirty="0"/>
                        <a:t>11x11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853173"/>
                  </a:ext>
                </a:extLst>
              </a:tr>
            </a:tbl>
          </a:graphicData>
        </a:graphic>
      </p:graphicFrame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91027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D5CC1FB-C793-4F05-A8D4-694BDD2AE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072" y="1556792"/>
            <a:ext cx="10840028" cy="2706458"/>
          </a:xfrm>
        </p:spPr>
        <p:txBody>
          <a:bodyPr/>
          <a:lstStyle/>
          <a:p>
            <a:r>
              <a:rPr lang="es-ES" dirty="0" err="1"/>
              <a:t>Thank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!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50140293-C425-422C-BDE2-6644B643D9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err="1"/>
              <a:t>Group</a:t>
            </a:r>
            <a:r>
              <a:rPr lang="es-ES" dirty="0"/>
              <a:t> 3: Sheyla Barrado &amp; Mario Corral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B092DB-EC2E-4DE4-B022-F417C2E167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9" name="Imagen 8" descr="Imagen que contiene pequeño, café, rosquilla, par&#10;&#10;Descripción generada automáticamente">
            <a:extLst>
              <a:ext uri="{FF2B5EF4-FFF2-40B4-BE49-F238E27FC236}">
                <a16:creationId xmlns:a16="http://schemas.microsoft.com/office/drawing/2014/main" id="{88EB2267-4E14-4C6F-9163-EFA45A10F48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D9CED6"/>
              </a:clrFrom>
              <a:clrTo>
                <a:srgbClr val="D9CED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438" y="3365629"/>
            <a:ext cx="315277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511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 DTU Template.potx" id="{DCBB0D47-5BC6-435C-9126-D3D343B0B928}" vid="{2DC669D5-2566-4482-AB47-A5699F5A4350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item1.xml><?xml version="1.0" encoding="utf-8"?>
<TemplafyFormConfiguration><![CDATA[{"formFields":[{"required":false,"helpTexts":{"prefix":"","postfix":""},"spacing":{},"type":"datePicker","name":"Date","label":"Date","fullyQualifiedName":"Date"},{"required":false,"placeholder":"","lines":0,"helpTexts":{"prefix":"","postfix":""},"spacing":{},"type":"textBox","name":"PresentationTitle","label":"Presentation title","fullyQualifiedName":"PresentationTitle"}],"formDataEntries":[{"name":"Date","value":"faEOfPl16JZ63USlpwB4Wg=="},{"name":"PresentationTitle","value":"nBXY1ZlFHjRRZgfoGn60nRD0C9dlfwkW2IguZFYNcbk="}]}]]></TemplafyFormConfiguration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273DD84B349CD4C9177B9835E2B1D3A" ma:contentTypeVersion="9" ma:contentTypeDescription="Opret et nyt dokument." ma:contentTypeScope="" ma:versionID="592e4780b2e886a657b97cf79f38babe">
  <xsd:schema xmlns:xsd="http://www.w3.org/2001/XMLSchema" xmlns:xs="http://www.w3.org/2001/XMLSchema" xmlns:p="http://schemas.microsoft.com/office/2006/metadata/properties" xmlns:ns2="276cfc5b-98fd-4791-9bc3-b4dd1af4f28c" targetNamespace="http://schemas.microsoft.com/office/2006/metadata/properties" ma:root="true" ma:fieldsID="1fb68d80b340ab7861f6b16f86ff548f" ns2:_="">
    <xsd:import namespace="276cfc5b-98fd-4791-9bc3-b4dd1af4f2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cfc5b-98fd-4791-9bc3-b4dd1af4f2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TemplafyTemplateConfiguration><![CDATA[{"elementsMetadata":[{"type":"shape","id":"7b068058-0be5-4cd1-ad9f-7e46727ffbb6","elementConfiguration":{"binding":"UserProfile.Offices.Workarea_{{DocumentLanguage}}","disableUpdates":false,"type":"text"}},{"type":"shape","id":"08fae1c4-d1df-43df-b212-ee2cfbdf9665","elementConfiguration":{"format":"{{DateFormats.GeneralDate}}","binding":"Form.Date","disableUpdates":false,"type":"date"}},{"type":"shape","id":"93315598-9847-437f-befc-89766eeb8d09","elementConfiguration":{"binding":"Form.PresentationTitle","disableUpdates":false,"type":"text"}}],"transformationConfigurations":[{"language":"{{DocumentLanguage}}","disableUpdates":false,"type":"proofingLanguage"}],"templateName":"","templateDescription":"","enableDocumentContentUpdater":true,"version":"1.2"}]]></TemplafyTemplateConfiguratio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16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17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43763224-B85A-4B53-A86A-261D26A71C30}">
  <ds:schemaRefs/>
</ds:datastoreItem>
</file>

<file path=customXml/itemProps2.xml><?xml version="1.0" encoding="utf-8"?>
<ds:datastoreItem xmlns:ds="http://schemas.openxmlformats.org/officeDocument/2006/customXml" ds:itemID="{A18375BC-47FB-4114-8436-27C6ED91E8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6cfc5b-98fd-4791-9bc3-b4dd1af4f2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34258C-C3E7-4029-A615-C886A240FB15}">
  <ds:schemaRefs/>
</ds:datastoreItem>
</file>

<file path=customXml/itemProps4.xml><?xml version="1.0" encoding="utf-8"?>
<ds:datastoreItem xmlns:ds="http://schemas.openxmlformats.org/officeDocument/2006/customXml" ds:itemID="{9EC21755-DFB3-445D-8C27-0ACC81075F34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1B453441-10A0-42DD-A946-8FEAEF53249D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dcmitype/"/>
    <ds:schemaRef ds:uri="276cfc5b-98fd-4791-9bc3-b4dd1af4f28c"/>
    <ds:schemaRef ds:uri="http://purl.org/dc/terms/"/>
  </ds:schemaRefs>
</ds:datastoreItem>
</file>

<file path=customXml/itemProps6.xml><?xml version="1.0" encoding="utf-8"?>
<ds:datastoreItem xmlns:ds="http://schemas.openxmlformats.org/officeDocument/2006/customXml" ds:itemID="{5DEE4BEE-00BA-4E32-BD26-AF535B50AC95}">
  <ds:schemaRefs/>
</ds:datastoreItem>
</file>

<file path=customXml/itemProps7.xml><?xml version="1.0" encoding="utf-8"?>
<ds:datastoreItem xmlns:ds="http://schemas.openxmlformats.org/officeDocument/2006/customXml" ds:itemID="{CA9FC985-930B-40D4-827F-9FAC5D35EA8C}">
  <ds:schemaRefs/>
</ds:datastoreItem>
</file>

<file path=customXml/itemProps8.xml><?xml version="1.0" encoding="utf-8"?>
<ds:datastoreItem xmlns:ds="http://schemas.openxmlformats.org/officeDocument/2006/customXml" ds:itemID="{35D208B1-F631-4A6D-9899-53B9BFF1FEE8}">
  <ds:schemaRefs/>
</ds:datastoreItem>
</file>

<file path=customXml/itemProps9.xml><?xml version="1.0" encoding="utf-8"?>
<ds:datastoreItem xmlns:ds="http://schemas.openxmlformats.org/officeDocument/2006/customXml" ds:itemID="{D3A315CF-EA78-42E1-8A65-0EEF55FB4CAE}">
  <ds:schemaRefs/>
</ds:datastoreItem>
</file>

<file path=customXml/itemProps10.xml><?xml version="1.0" encoding="utf-8"?>
<ds:datastoreItem xmlns:ds="http://schemas.openxmlformats.org/officeDocument/2006/customXml" ds:itemID="{283293E3-83C8-4858-B1FF-264A8727A767}">
  <ds:schemaRefs/>
</ds:datastoreItem>
</file>

<file path=customXml/itemProps11.xml><?xml version="1.0" encoding="utf-8"?>
<ds:datastoreItem xmlns:ds="http://schemas.openxmlformats.org/officeDocument/2006/customXml" ds:itemID="{FFEC392D-65D1-40D8-84F9-023061596267}">
  <ds:schemaRefs/>
</ds:datastoreItem>
</file>

<file path=customXml/itemProps12.xml><?xml version="1.0" encoding="utf-8"?>
<ds:datastoreItem xmlns:ds="http://schemas.openxmlformats.org/officeDocument/2006/customXml" ds:itemID="{74D9F63A-E15B-4271-90BC-BB1AE74B4402}">
  <ds:schemaRefs/>
</ds:datastoreItem>
</file>

<file path=customXml/itemProps13.xml><?xml version="1.0" encoding="utf-8"?>
<ds:datastoreItem xmlns:ds="http://schemas.openxmlformats.org/officeDocument/2006/customXml" ds:itemID="{2422FDB5-EC6A-4865-94D5-6009A79F6535}">
  <ds:schemaRefs/>
</ds:datastoreItem>
</file>

<file path=customXml/itemProps14.xml><?xml version="1.0" encoding="utf-8"?>
<ds:datastoreItem xmlns:ds="http://schemas.openxmlformats.org/officeDocument/2006/customXml" ds:itemID="{2AEBB1D9-A423-4B71-A981-1CAA36D4F383}">
  <ds:schemaRefs/>
</ds:datastoreItem>
</file>

<file path=customXml/itemProps15.xml><?xml version="1.0" encoding="utf-8"?>
<ds:datastoreItem xmlns:ds="http://schemas.openxmlformats.org/officeDocument/2006/customXml" ds:itemID="{8E71836E-6B9D-42AE-9730-F6885780EFB0}">
  <ds:schemaRefs/>
</ds:datastoreItem>
</file>

<file path=customXml/itemProps16.xml><?xml version="1.0" encoding="utf-8"?>
<ds:datastoreItem xmlns:ds="http://schemas.openxmlformats.org/officeDocument/2006/customXml" ds:itemID="{1FC1EBE5-E232-415D-8AF3-78F03D359850}">
  <ds:schemaRefs/>
</ds:datastoreItem>
</file>

<file path=customXml/itemProps17.xml><?xml version="1.0" encoding="utf-8"?>
<ds:datastoreItem xmlns:ds="http://schemas.openxmlformats.org/officeDocument/2006/customXml" ds:itemID="{3DFBCF17-7153-47C4-8A49-AC4EEE79907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 DTU Template</Template>
  <TotalTime>1426</TotalTime>
  <Words>391</Words>
  <Application>Microsoft Office PowerPoint</Application>
  <PresentationFormat>Personalizado</PresentationFormat>
  <Paragraphs>87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Cambria Math</vt:lpstr>
      <vt:lpstr>Verdana</vt:lpstr>
      <vt:lpstr>Blank</vt:lpstr>
      <vt:lpstr>Probabilistic Chan-Vese</vt:lpstr>
      <vt:lpstr>Problem statement</vt:lpstr>
      <vt:lpstr>Algorithm</vt:lpstr>
      <vt:lpstr>Results</vt:lpstr>
      <vt:lpstr>Results: Patch-based methods in natural images</vt:lpstr>
      <vt:lpstr>Results</vt:lpstr>
      <vt:lpstr>Thank you!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DTU</dc:creator>
  <cp:lastModifiedBy>Mario Corral Bolaños</cp:lastModifiedBy>
  <cp:revision>80</cp:revision>
  <dcterms:created xsi:type="dcterms:W3CDTF">2017-07-31T08:31:56Z</dcterms:created>
  <dcterms:modified xsi:type="dcterms:W3CDTF">2021-05-05T09:49:43Z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enantId">
    <vt:lpwstr>dtu</vt:lpwstr>
  </property>
  <property fmtid="{D5CDD505-2E9C-101B-9397-08002B2CF9AE}" pid="4" name="TemplafyTemplateId">
    <vt:lpwstr>636784030496976655</vt:lpwstr>
  </property>
  <property fmtid="{D5CDD505-2E9C-101B-9397-08002B2CF9AE}" pid="5" name="TemplafyUserProfileId">
    <vt:lpwstr>637369711260114167</vt:lpwstr>
  </property>
  <property fmtid="{D5CDD505-2E9C-101B-9397-08002B2CF9AE}" pid="6" name="TemplafyLanguageCode">
    <vt:lpwstr>en-GB</vt:lpwstr>
  </property>
  <property fmtid="{D5CDD505-2E9C-101B-9397-08002B2CF9AE}" pid="7" name="ContentTypeId">
    <vt:lpwstr>0x0101009273DD84B349CD4C9177B9835E2B1D3A</vt:lpwstr>
  </property>
</Properties>
</file>